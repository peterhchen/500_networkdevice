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4" r:id="rId3"/>
    <p:sldId id="265" r:id="rId4"/>
    <p:sldId id="266" r:id="rId5"/>
    <p:sldId id="267" r:id="rId6"/>
    <p:sldId id="268" r:id="rId7"/>
    <p:sldId id="259" r:id="rId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20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7EDA8-41C8-4B24-A206-13C08A65A6D7}" type="datetimeFigureOut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AA135-E01C-4A42-9760-5A137A0CA4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85509C-BD4F-47BF-9B1E-FC2E949B3621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9440-D9EF-40CC-9B52-F6428D9B2C76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1BF52-5C6C-4959-8E27-CECB68D39FE4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3F05-2DD9-4EB1-A827-12FD992DE9D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AF51-4491-4873-A096-75DB6CE47516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AD9C8-8B9E-40FF-ABE2-858AC2057BBB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84999-BBBE-4BE4-A8D0-877E7D1D66C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D17E6-02BD-4944-B9FE-7BFCCBF83D48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3E23D-1FEF-4D78-A3A3-3D6F2BB31954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1B24-F787-4C15-8A0F-7AEC20C70069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D33C-CE2B-45F1-B8D4-FFD1F131F331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97F35-AD6F-4594-8B50-334492D2E7E8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wireless_technologies.htm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tutorialspoint.com/communication_technologies/communication_technologies_wireless_technologies.htm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wireless_technologies.htm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wireless_technologies.htm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wireless_technologies.htm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15 Wireless Technology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4570616"/>
            <a:ext cx="6400800" cy="694928"/>
          </a:xfrm>
        </p:spPr>
        <p:txBody>
          <a:bodyPr>
            <a:normAutofit/>
          </a:bodyPr>
          <a:lstStyle/>
          <a:p>
            <a:r>
              <a:rPr lang="en-US" altLang="zh-TW" dirty="0"/>
              <a:t>Peter H. Chen</a:t>
            </a:r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</a:t>
            </a:fld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C8BD46-82E2-48A7-803A-12ED04C9E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825" y="3717032"/>
            <a:ext cx="1098349" cy="950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15 Wireless Technology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1656183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Wireless connection to internet is very common these days.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Often an external modem is connected to the Internet and other devices connect to it wirelessly.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This eliminated the need for last mile or first mile wiring.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There are two ways of connecting to the Internet wirelessly – Wi-Fi and </a:t>
            </a:r>
            <a:r>
              <a:rPr lang="en-US" sz="1800" dirty="0" err="1">
                <a:solidFill>
                  <a:schemeClr val="tx1"/>
                </a:solidFill>
              </a:rPr>
              <a:t>WiMAx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https://www.tutorialspoint.com/communication_technologies/communication_technologies_wireless_technologies.htm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6664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15 Wireless Technology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8"/>
            <a:ext cx="8318938" cy="181942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Wi-Fi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Wi-Fi</a:t>
            </a:r>
            <a:r>
              <a:rPr lang="en-US" sz="1800" dirty="0">
                <a:solidFill>
                  <a:schemeClr val="tx1"/>
                </a:solidFill>
              </a:rPr>
              <a:t> is the acronym for </a:t>
            </a:r>
            <a:r>
              <a:rPr lang="en-US" sz="1800" b="1" dirty="0">
                <a:solidFill>
                  <a:schemeClr val="tx1"/>
                </a:solidFill>
              </a:rPr>
              <a:t>wireless fidelity</a:t>
            </a:r>
            <a:r>
              <a:rPr lang="en-US" sz="1800" dirty="0">
                <a:solidFill>
                  <a:schemeClr val="tx1"/>
                </a:solidFill>
              </a:rPr>
              <a:t>. 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Wi-Fi technology</a:t>
            </a:r>
            <a:r>
              <a:rPr lang="en-US" sz="1800" dirty="0">
                <a:solidFill>
                  <a:schemeClr val="tx1"/>
                </a:solidFill>
              </a:rPr>
              <a:t> is used to achieve connection to the Internet without a direct cable between device and Internet Service Provider.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Wi-Fi enabled device and wireless router are required for setting up a Wi-Fi connection. 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https://www.tutorialspoint.com/communication_technologies/communication_technologies_wireless_technologies.htm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3</a:t>
            </a:fld>
            <a:endParaRPr lang="zh-TW" altLang="en-US"/>
          </a:p>
        </p:txBody>
      </p:sp>
      <p:pic>
        <p:nvPicPr>
          <p:cNvPr id="1026" name="Picture 2" descr="Wi-Fi">
            <a:extLst>
              <a:ext uri="{FF2B5EF4-FFF2-40B4-BE49-F238E27FC236}">
                <a16:creationId xmlns:a16="http://schemas.microsoft.com/office/drawing/2014/main" id="{8A298ABB-6859-48AD-9E15-A46D4106D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84" y="3334089"/>
            <a:ext cx="3877816" cy="3037623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副標題 2">
            <a:extLst>
              <a:ext uri="{FF2B5EF4-FFF2-40B4-BE49-F238E27FC236}">
                <a16:creationId xmlns:a16="http://schemas.microsoft.com/office/drawing/2014/main" id="{F563BF25-8C30-4672-869F-E52D2F11AB86}"/>
              </a:ext>
            </a:extLst>
          </p:cNvPr>
          <p:cNvSpPr txBox="1">
            <a:spLocks/>
          </p:cNvSpPr>
          <p:nvPr/>
        </p:nvSpPr>
        <p:spPr>
          <a:xfrm>
            <a:off x="362341" y="3334089"/>
            <a:ext cx="4209659" cy="2543183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These are some characteristics of wireless Internet connection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Range of 100 yards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Insecure connection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Throughput of 10-12 Mbps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If a PC or laptop does not have Wi-Fi capacity, it can be added using a Wi-Fi card.</a:t>
            </a:r>
          </a:p>
        </p:txBody>
      </p:sp>
    </p:spTree>
    <p:extLst>
      <p:ext uri="{BB962C8B-B14F-4D97-AF65-F5344CB8AC3E}">
        <p14:creationId xmlns:p14="http://schemas.microsoft.com/office/powerpoint/2010/main" val="1975439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15 Wireless Technology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8"/>
            <a:ext cx="8318938" cy="181942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Wi-Fi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 physical area of the network which provides Internet access through Wi-Fi is called </a:t>
            </a:r>
            <a:r>
              <a:rPr lang="en-US" sz="1800" b="1" dirty="0">
                <a:solidFill>
                  <a:schemeClr val="tx1"/>
                </a:solidFill>
              </a:rPr>
              <a:t>Wi-Fi hotspot</a:t>
            </a:r>
            <a:r>
              <a:rPr lang="en-US" sz="1800" dirty="0">
                <a:solidFill>
                  <a:schemeClr val="tx1"/>
                </a:solidFill>
              </a:rPr>
              <a:t>. 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Hotspots</a:t>
            </a:r>
            <a:r>
              <a:rPr lang="en-US" sz="1800" dirty="0">
                <a:solidFill>
                  <a:schemeClr val="tx1"/>
                </a:solidFill>
              </a:rPr>
              <a:t> can be set up at home, office or any public space like airport, railway stations, etc.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Hotspots themselves are connected to the network through wires.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https://www.tutorialspoint.com/communication_technologies/communication_technologies_wireless_technologies.htm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2681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15 Wireless Technology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8"/>
            <a:ext cx="8318938" cy="3888430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 err="1">
                <a:solidFill>
                  <a:schemeClr val="tx1"/>
                </a:solidFill>
              </a:rPr>
              <a:t>WiMax</a:t>
            </a:r>
            <a:endParaRPr lang="en-US" sz="1800" b="1" dirty="0">
              <a:solidFill>
                <a:schemeClr val="tx1"/>
              </a:solidFill>
            </a:endParaRP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To overcome the drawback of </a:t>
            </a:r>
            <a:r>
              <a:rPr lang="en-US" sz="1800" b="1" dirty="0">
                <a:solidFill>
                  <a:schemeClr val="tx1"/>
                </a:solidFill>
              </a:rPr>
              <a:t>Wi-Fi</a:t>
            </a:r>
            <a:r>
              <a:rPr lang="en-US" sz="1800" dirty="0">
                <a:solidFill>
                  <a:schemeClr val="tx1"/>
                </a:solidFill>
              </a:rPr>
              <a:t> connections, </a:t>
            </a:r>
            <a:r>
              <a:rPr lang="en-US" sz="1800" b="1" dirty="0" err="1">
                <a:solidFill>
                  <a:schemeClr val="tx1"/>
                </a:solidFill>
              </a:rPr>
              <a:t>WiMax</a:t>
            </a:r>
            <a:r>
              <a:rPr lang="en-US" sz="1800" b="1" dirty="0">
                <a:solidFill>
                  <a:schemeClr val="tx1"/>
                </a:solidFill>
              </a:rPr>
              <a:t> (Worldwide Interoperability for Microwave Access)</a:t>
            </a:r>
            <a:r>
              <a:rPr lang="en-US" sz="1800" dirty="0">
                <a:solidFill>
                  <a:schemeClr val="tx1"/>
                </a:solidFill>
              </a:rPr>
              <a:t> was developed.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 err="1">
                <a:solidFill>
                  <a:schemeClr val="tx1"/>
                </a:solidFill>
              </a:rPr>
              <a:t>WiMax</a:t>
            </a:r>
            <a:r>
              <a:rPr lang="en-US" sz="1800" dirty="0">
                <a:solidFill>
                  <a:schemeClr val="tx1"/>
                </a:solidFill>
              </a:rPr>
              <a:t> is a collection of wireless communication standards based on </a:t>
            </a:r>
            <a:r>
              <a:rPr lang="en-US" sz="1800" b="1" dirty="0">
                <a:solidFill>
                  <a:schemeClr val="tx1"/>
                </a:solidFill>
              </a:rPr>
              <a:t>IEEE 802.16</a:t>
            </a:r>
            <a:r>
              <a:rPr lang="en-US" sz="180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>
                <a:solidFill>
                  <a:schemeClr val="tx1"/>
                </a:solidFill>
              </a:rPr>
              <a:t>WiMax</a:t>
            </a:r>
            <a:r>
              <a:rPr lang="en-US" sz="1800" dirty="0">
                <a:solidFill>
                  <a:schemeClr val="tx1"/>
                </a:solidFill>
              </a:rPr>
              <a:t> provides multiple </a:t>
            </a:r>
            <a:r>
              <a:rPr lang="en-US" sz="1800" b="1" dirty="0">
                <a:solidFill>
                  <a:schemeClr val="tx1"/>
                </a:solidFill>
              </a:rPr>
              <a:t>physical layer</a:t>
            </a:r>
            <a:r>
              <a:rPr lang="en-US" sz="1800" dirty="0">
                <a:solidFill>
                  <a:schemeClr val="tx1"/>
                </a:solidFill>
              </a:rPr>
              <a:t> and </a:t>
            </a:r>
            <a:r>
              <a:rPr lang="en-US" sz="1800" b="1" dirty="0">
                <a:solidFill>
                  <a:schemeClr val="tx1"/>
                </a:solidFill>
              </a:rPr>
              <a:t>media access control</a:t>
            </a:r>
            <a:r>
              <a:rPr lang="en-US" sz="1800" dirty="0">
                <a:solidFill>
                  <a:schemeClr val="tx1"/>
                </a:solidFill>
              </a:rPr>
              <a:t> (</a:t>
            </a:r>
            <a:r>
              <a:rPr lang="en-US" sz="1800" b="1" dirty="0">
                <a:solidFill>
                  <a:schemeClr val="tx1"/>
                </a:solidFill>
              </a:rPr>
              <a:t>MAC</a:t>
            </a:r>
            <a:r>
              <a:rPr lang="en-US" sz="1800" dirty="0">
                <a:solidFill>
                  <a:schemeClr val="tx1"/>
                </a:solidFill>
              </a:rPr>
              <a:t>) options.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 err="1">
                <a:solidFill>
                  <a:schemeClr val="tx1"/>
                </a:solidFill>
              </a:rPr>
              <a:t>WiMax</a:t>
            </a:r>
            <a:r>
              <a:rPr lang="en-US" sz="1800" b="1" dirty="0">
                <a:solidFill>
                  <a:schemeClr val="tx1"/>
                </a:solidFill>
              </a:rPr>
              <a:t> Forum</a:t>
            </a:r>
            <a:r>
              <a:rPr lang="en-US" sz="1800" dirty="0">
                <a:solidFill>
                  <a:schemeClr val="tx1"/>
                </a:solidFill>
              </a:rPr>
              <a:t>, established in 2001, is the principal body responsible to ensure conformity and interoperability among various commercial vendors.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These are some of the characteristics of </a:t>
            </a:r>
            <a:r>
              <a:rPr lang="en-US" sz="1800" dirty="0" err="1">
                <a:solidFill>
                  <a:schemeClr val="tx1"/>
                </a:solidFill>
              </a:rPr>
              <a:t>WiMax</a:t>
            </a:r>
            <a:r>
              <a:rPr lang="en-US" sz="1800" dirty="0">
                <a:solidFill>
                  <a:schemeClr val="tx1"/>
                </a:solidFill>
              </a:rPr>
              <a:t>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Broadband wireless access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Range of 6 miles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Multilevel encryption available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Throughput of 72 Mbps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https://www.tutorialspoint.com/communication_technologies/communication_technologies_wireless_technologies.htm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2145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15 Wireless Technology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8"/>
            <a:ext cx="8318938" cy="252027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 err="1">
                <a:solidFill>
                  <a:schemeClr val="tx1"/>
                </a:solidFill>
              </a:rPr>
              <a:t>WiMax</a:t>
            </a:r>
            <a:endParaRPr lang="en-US" sz="1800" b="1" dirty="0">
              <a:solidFill>
                <a:schemeClr val="tx1"/>
              </a:solidFill>
            </a:endParaRP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 main components of a </a:t>
            </a:r>
            <a:r>
              <a:rPr lang="en-US" sz="1800" dirty="0" err="1">
                <a:solidFill>
                  <a:schemeClr val="tx1"/>
                </a:solidFill>
              </a:rPr>
              <a:t>WiMax</a:t>
            </a:r>
            <a:r>
              <a:rPr lang="en-US" sz="1800" dirty="0">
                <a:solidFill>
                  <a:schemeClr val="tx1"/>
                </a:solidFill>
              </a:rPr>
              <a:t> unit are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 err="1">
                <a:solidFill>
                  <a:schemeClr val="tx1"/>
                </a:solidFill>
              </a:rPr>
              <a:t>WiMax</a:t>
            </a:r>
            <a:r>
              <a:rPr lang="en-US" sz="1800" b="1" dirty="0">
                <a:solidFill>
                  <a:schemeClr val="tx1"/>
                </a:solidFill>
              </a:rPr>
              <a:t> Base Station</a:t>
            </a:r>
            <a:r>
              <a:rPr lang="en-US" sz="1800" dirty="0">
                <a:solidFill>
                  <a:schemeClr val="tx1"/>
                </a:solidFill>
              </a:rPr>
              <a:t> − It is a tower similar to mobile towers and connected to Internet through high speed wired connection.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 err="1">
                <a:solidFill>
                  <a:schemeClr val="tx1"/>
                </a:solidFill>
              </a:rPr>
              <a:t>WiMax</a:t>
            </a:r>
            <a:r>
              <a:rPr lang="en-US" sz="1800" b="1" dirty="0">
                <a:solidFill>
                  <a:schemeClr val="tx1"/>
                </a:solidFill>
              </a:rPr>
              <a:t> Subscriber Unit (SU)</a:t>
            </a:r>
            <a:r>
              <a:rPr lang="en-US" sz="1800" dirty="0">
                <a:solidFill>
                  <a:schemeClr val="tx1"/>
                </a:solidFill>
              </a:rPr>
              <a:t> − It is a </a:t>
            </a:r>
            <a:r>
              <a:rPr lang="en-US" sz="1800" dirty="0" err="1">
                <a:solidFill>
                  <a:schemeClr val="tx1"/>
                </a:solidFill>
              </a:rPr>
              <a:t>WiMax</a:t>
            </a:r>
            <a:r>
              <a:rPr lang="en-US" sz="1800" dirty="0">
                <a:solidFill>
                  <a:schemeClr val="tx1"/>
                </a:solidFill>
              </a:rPr>
              <a:t> version of wireless modem. The only difference is that modem is connected to the Internet through cable connection whereas </a:t>
            </a:r>
            <a:r>
              <a:rPr lang="en-US" sz="1800" dirty="0" err="1">
                <a:solidFill>
                  <a:schemeClr val="tx1"/>
                </a:solidFill>
              </a:rPr>
              <a:t>WiMax</a:t>
            </a:r>
            <a:r>
              <a:rPr lang="en-US" sz="1800" dirty="0">
                <a:solidFill>
                  <a:schemeClr val="tx1"/>
                </a:solidFill>
              </a:rPr>
              <a:t> SU receives Internet connection wirelessly through microwaves.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https://www.tutorialspoint.com/communication_technologies/communication_technologies_wireless_technologies.htm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0262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r>
              <a:rPr lang="en-US" altLang="zh-TW" sz="6000" b="1" dirty="0">
                <a:solidFill>
                  <a:srgbClr val="FFFF00"/>
                </a:solidFill>
              </a:rPr>
              <a:t>End of Chapter</a:t>
            </a:r>
            <a:endParaRPr lang="zh-TW" altLang="en-US" sz="60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BE27-E923-4EC2-B046-3272AE2A3E5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1170</TotalTime>
  <Words>495</Words>
  <Application>Microsoft Office PowerPoint</Application>
  <PresentationFormat>On-screen Show (4:3)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Office 佈景主題</vt:lpstr>
      <vt:lpstr>15 Wireless Technology</vt:lpstr>
      <vt:lpstr>15 Wireless Technology</vt:lpstr>
      <vt:lpstr>15 Wireless Technology</vt:lpstr>
      <vt:lpstr>15 Wireless Technology</vt:lpstr>
      <vt:lpstr>15 Wireless Technology</vt:lpstr>
      <vt:lpstr>15 Wireless Technology</vt:lpstr>
      <vt:lpstr>End of Chapter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</dc:title>
  <dc:creator>USER</dc:creator>
  <cp:lastModifiedBy>14088587657</cp:lastModifiedBy>
  <cp:revision>419</cp:revision>
  <dcterms:created xsi:type="dcterms:W3CDTF">2018-09-28T16:40:41Z</dcterms:created>
  <dcterms:modified xsi:type="dcterms:W3CDTF">2020-03-28T21:55:27Z</dcterms:modified>
</cp:coreProperties>
</file>