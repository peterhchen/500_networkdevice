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63" r:id="rId4"/>
    <p:sldId id="265" r:id="rId5"/>
    <p:sldId id="266" r:id="rId6"/>
    <p:sldId id="267" r:id="rId7"/>
    <p:sldId id="268" r:id="rId8"/>
    <p:sldId id="269" r:id="rId9"/>
    <p:sldId id="259" r:id="rId1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20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7EDA8-41C8-4B24-A206-13C08A65A6D7}" type="datetimeFigureOut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AA135-E01C-4A42-9760-5A137A0CA4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85509C-BD4F-47BF-9B1E-FC2E949B3621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9440-D9EF-40CC-9B52-F6428D9B2C76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1BF52-5C6C-4959-8E27-CECB68D39FE4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3F05-2DD9-4EB1-A827-12FD992DE9DC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AF51-4491-4873-A096-75DB6CE47516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AD9C8-8B9E-40FF-ABE2-858AC2057BBB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84999-BBBE-4BE4-A8D0-877E7D1D66CC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D17E6-02BD-4944-B9FE-7BFCCBF83D48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3E23D-1FEF-4D78-A3A3-3D6F2BB31954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1B24-F787-4C15-8A0F-7AEC20C70069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D33C-CE2B-45F1-B8D4-FFD1F131F331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97F35-AD6F-4594-8B50-334492D2E7E8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network_protocols.htm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tutorialspoint.com/communication_technologies/communication_technologies_network_protocols.htm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network_protocols.htm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network_protocols.htm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network_protocols.htm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network_protocols.htm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network_protocols.htm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11 Mobile Communication Protocol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4570616"/>
            <a:ext cx="6400800" cy="694928"/>
          </a:xfrm>
        </p:spPr>
        <p:txBody>
          <a:bodyPr>
            <a:normAutofit/>
          </a:bodyPr>
          <a:lstStyle/>
          <a:p>
            <a:r>
              <a:rPr lang="en-US" altLang="zh-TW" dirty="0"/>
              <a:t>Peter H. Chen</a:t>
            </a:r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</a:t>
            </a:fld>
            <a:endParaRPr lang="zh-TW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C8BD46-82E2-48A7-803A-12ED04C9E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825" y="3717032"/>
            <a:ext cx="1098349" cy="950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11 Mobile Communication Protocol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216023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Any device that does not need to remain at one place to carry out its functions is a mobile device.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 laptops, smartphones, and personal digital assistants are some examples of mobile devices.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Due to their portable nature, mobile devices connect to networks wirelessly.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Mobile devices typically use radio waves to communicate with other devices and networks.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https://www.tutorialspoint.com/communication_technologies/communication_technologies_network_protocols.htm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6664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11 Mobile Communication Protocol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712105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We discuss the protocols used to carry out mobile communication.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Mobile communication protocols use multiplexing to send information. 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https://www.tutorialspoint.com/communication_technologies/communication_technologies_network_protocols.htm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3</a:t>
            </a:fld>
            <a:endParaRPr lang="zh-TW" altLang="en-US"/>
          </a:p>
        </p:txBody>
      </p:sp>
      <p:pic>
        <p:nvPicPr>
          <p:cNvPr id="1026" name="Picture 2" descr="Mobile Communication Protocols">
            <a:extLst>
              <a:ext uri="{FF2B5EF4-FFF2-40B4-BE49-F238E27FC236}">
                <a16:creationId xmlns:a16="http://schemas.microsoft.com/office/drawing/2014/main" id="{90145E0B-5A33-46C8-BD66-818F34087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2210420"/>
            <a:ext cx="4474840" cy="4348053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副標題 2">
            <a:extLst>
              <a:ext uri="{FF2B5EF4-FFF2-40B4-BE49-F238E27FC236}">
                <a16:creationId xmlns:a16="http://schemas.microsoft.com/office/drawing/2014/main" id="{7E4CE48B-336A-4154-9D96-3E9AE13D6263}"/>
              </a:ext>
            </a:extLst>
          </p:cNvPr>
          <p:cNvSpPr txBox="1">
            <a:spLocks/>
          </p:cNvSpPr>
          <p:nvPr/>
        </p:nvSpPr>
        <p:spPr>
          <a:xfrm>
            <a:off x="362780" y="2340598"/>
            <a:ext cx="3573066" cy="2655575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Multiplexing is a method to combine multiple digital or analog signals into one signal over the data channel.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This ensures optimum utilization of expensive resource and time.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At the destination these signals are de-multiplexed to recover individual signals.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11 Mobile Communication Protocol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4032447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These are the types of multiplexing options available to communication channels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FDM (Frequency Division Multiplexing): 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Here each user is assigned a different frequency from the complete spectrum. 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All the frequencies can then simultaneously travel on the data channel.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TDM (Time Division Multiplexing):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 single radio frequency is divided into multiple slots and each slot is assigned to a different user.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So multiple users can be supported simultaneously.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CDMA (Code Division Multiplexing):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Here several users share the same frequency spectrum simultaneously. 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They are differentiated by assigning unique codes to them. 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 receiver has the unique key to identify the individual calls.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https://www.tutorialspoint.com/communication_technologies/communication_technologies_network_protocols.htm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9053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11 Mobile Communication Protocol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468051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GSM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GSM stands for Global System for Mobile communications.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GSM is one of the most widely used digital wireless telephony system.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It was developed in Europe in 1980s and is now international standard in Europe, Australia, Asia and Africa.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Any GSM handset with a SIM (Subscriber Identity Module) card can be used in any country that uses this standard. Every SIM card has a unique identification number.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It has memory to store applications and data like phone numbers, processor to carry out its functions and software to send and receive messages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GSM technology uses TDMA (Time Division Multiple Access) to support up to eight calls simultaneously.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It also uses encryption to make the data more secure.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 frequencies used by the international standard is 900 MHz to 1800 MHz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However, GSM phones used in the US use 1900 MHz frequency and hence are not compatible with the international system.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https://www.tutorialspoint.com/communication_technologies/communication_technologies_network_protocols.htm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7361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11 Mobile Communication Protocol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2376263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CDMA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CDMA stands for Code Division Multiple Access.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It was first used by the British military during World War II.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After the war its use spread to civilian areas due to high service quality.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As each user gets the entire spectrum all the time, voice quality is very high.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Also, it is automatically encrypted and hence provides high security against signal interception and eavesdropping.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https://www.tutorialspoint.com/communication_technologies/communication_technologies_network_protocols.htm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9276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11 Mobile Communication Protocol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424847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WLL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WLL stands for Wireless in Local Loop.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It is a wireless local telephone service that can be provided in homes or offices.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 subscribers connect to their local exchange instead of the central exchange wirelessly.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Using wireless link eliminates last mile or first mile construction of network connection, thereby reducing cost and set up time.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As data is transferred over very short range, it is more secure than wired networks.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WLL system consists of user handsets and a base station.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 base station is connected to the central exchange as well as an antenna.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 antenna transmits to and receives calls from users through terrestrial microwave links.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Each base station can support multiple handsets depending on its capacity.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https://www.tutorialspoint.com/communication_technologies/communication_technologies_network_protocols.htm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434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11 Mobile Communication Protocol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396043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GPRS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GPRS stands for General Packet Radio Services.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It is a packet based wireless communication technology that charges users based on the volume of data they send rather than the time duration for which they are using the service.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This is possible because GPRS sends data over the network in packets and its throughput depends on network traffic.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As traffic increases, service quality may go down due to congestion, hence it is logical to charge the users as per data volume transmitted.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GPRS is the mobile communication protocol used by second (2G) and third generation (3G) of mobile telephony.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It pledges a speed of 56 kbps to 114 kbps, however the actual speed may vary depending on network load.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https://www.tutorialspoint.com/communication_technologies/communication_technologies_network_protocols.htm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6512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r>
              <a:rPr lang="en-US" altLang="zh-TW" sz="6000" b="1" dirty="0">
                <a:solidFill>
                  <a:srgbClr val="FFFF00"/>
                </a:solidFill>
              </a:rPr>
              <a:t>End of Chapter</a:t>
            </a:r>
            <a:endParaRPr lang="zh-TW" altLang="en-US" sz="60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BE27-E923-4EC2-B046-3272AE2A3E5C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1107</TotalTime>
  <Words>941</Words>
  <Application>Microsoft Office PowerPoint</Application>
  <PresentationFormat>On-screen Show (4:3)</PresentationFormat>
  <Paragraphs>88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Wingdings</vt:lpstr>
      <vt:lpstr>Office 佈景主題</vt:lpstr>
      <vt:lpstr>11 Mobile Communication Protocol</vt:lpstr>
      <vt:lpstr>11 Mobile Communication Protocol</vt:lpstr>
      <vt:lpstr>11 Mobile Communication Protocol</vt:lpstr>
      <vt:lpstr>11 Mobile Communication Protocol</vt:lpstr>
      <vt:lpstr>11 Mobile Communication Protocol</vt:lpstr>
      <vt:lpstr>11 Mobile Communication Protocol</vt:lpstr>
      <vt:lpstr>11 Mobile Communication Protocol</vt:lpstr>
      <vt:lpstr>11 Mobile Communication Protocol</vt:lpstr>
      <vt:lpstr>End of Chapter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 JS</dc:title>
  <dc:creator>USER</dc:creator>
  <cp:lastModifiedBy>14088587657</cp:lastModifiedBy>
  <cp:revision>391</cp:revision>
  <dcterms:created xsi:type="dcterms:W3CDTF">2018-09-28T16:40:41Z</dcterms:created>
  <dcterms:modified xsi:type="dcterms:W3CDTF">2020-03-28T20:12:37Z</dcterms:modified>
</cp:coreProperties>
</file>