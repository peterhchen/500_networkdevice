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3" r:id="rId3"/>
    <p:sldId id="264" r:id="rId4"/>
    <p:sldId id="265" r:id="rId5"/>
    <p:sldId id="259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2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switching_techniques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switching_techniques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switching_techniques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 Switch Technologies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5 Switch Technologies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87220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large networks, there may be more than one paths for transmitting data from sender to receiver.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Selecting a path that data must take out of the available options are called switching.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There are two popular switching techniques: Circuit switching and packet switching.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https://www.tutorialspoint.com/communication_technologies/communication_technologies_switching_techniques.htm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5 Switch Technologies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504055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Circuit Switching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When a dedicated path is established for data transmission between the sender and receiver, it is called circuit switching.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When any network node wants to send data, such as, audio, video, text, or any type of information, a call request signal is sent to the receiver and acknowledged back to ensure availability of dedicated path.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dedicated path is then used to send data.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ARPANET used circuit switching for communication over the network.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Advantage of Circuit Switching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Once path is setup, the only delay is in data transmission speed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 problem of congestion or garbled message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Disadvantage of Circuit Switching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Long setup up time is required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 request token must travel to the receiver and then acknowledged before any transmission can happen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Line may be held up for a long time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https://www.tutorialspoint.com/communication_technologies/communication_technologies_switching_techniques.htm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194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5 Switch Technologies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87220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Packet Switching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circuit switching, the major problem is need a dedicated line for transmission.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packet switching, data is broken down into small packets with each packet having source and destination addresses, travelling from one router to the next router.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https://www.tutorialspoint.com/communication_technologies/communication_technologies_switching_techniques.htm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880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331</Words>
  <Application>Microsoft Office PowerPoint</Application>
  <PresentationFormat>On-screen Show (4:3)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Office 佈景主題</vt:lpstr>
      <vt:lpstr>5 Switch Technologies</vt:lpstr>
      <vt:lpstr>5 Switch Technologies</vt:lpstr>
      <vt:lpstr>5 Switch Technologies</vt:lpstr>
      <vt:lpstr>5 Switch Technologies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307</cp:revision>
  <dcterms:created xsi:type="dcterms:W3CDTF">2018-09-28T16:40:41Z</dcterms:created>
  <dcterms:modified xsi:type="dcterms:W3CDTF">2020-03-27T22:55:36Z</dcterms:modified>
</cp:coreProperties>
</file>