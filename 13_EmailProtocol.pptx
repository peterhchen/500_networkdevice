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5" r:id="rId4"/>
    <p:sldId id="266" r:id="rId5"/>
    <p:sldId id="267" r:id="rId6"/>
    <p:sldId id="268" r:id="rId7"/>
    <p:sldId id="259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email_protocols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email_protocols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email_protocols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email_protocols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email_protocols.ht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13 Email Protocol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13 Email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87220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Email is one of the most popular uses of Internet world wide.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 per a 2015 study, there are 2.6 billion email users worldwide who send some 205 billion email messages per day.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With email accounting for so much traffic on the Internet, email protocols need to be very robust.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Here we discuss some of the most popular email protocols used worldwide.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https://www.tutorialspoint.com/communication_technologies/communication_technologies_email_protocols.htm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66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13 Email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47759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SMTP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SMTP stands for </a:t>
            </a:r>
            <a:r>
              <a:rPr lang="en-US" sz="1800" b="1" dirty="0">
                <a:solidFill>
                  <a:schemeClr val="tx1"/>
                </a:solidFill>
              </a:rPr>
              <a:t>Simple Mail Transfer Protocol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is connection oriented </a:t>
            </a:r>
            <a:r>
              <a:rPr lang="en-US" sz="1800" b="1" dirty="0">
                <a:solidFill>
                  <a:schemeClr val="tx1"/>
                </a:solidFill>
              </a:rPr>
              <a:t>application layer </a:t>
            </a:r>
            <a:r>
              <a:rPr lang="en-US" sz="1800" dirty="0">
                <a:solidFill>
                  <a:schemeClr val="tx1"/>
                </a:solidFill>
              </a:rPr>
              <a:t>protocol that is widely used to send and receive email messages.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was introduced in 1982 by </a:t>
            </a:r>
            <a:r>
              <a:rPr lang="en-US" sz="1800" b="1" dirty="0">
                <a:solidFill>
                  <a:schemeClr val="tx1"/>
                </a:solidFill>
              </a:rPr>
              <a:t>RFC (Request </a:t>
            </a:r>
            <a:r>
              <a:rPr lang="en-US" sz="1800" b="1">
                <a:solidFill>
                  <a:schemeClr val="tx1"/>
                </a:solidFill>
              </a:rPr>
              <a:t>for Comments) </a:t>
            </a:r>
            <a:r>
              <a:rPr lang="en-US" sz="1800" b="1" dirty="0">
                <a:solidFill>
                  <a:schemeClr val="tx1"/>
                </a:solidFill>
              </a:rPr>
              <a:t>821</a:t>
            </a:r>
            <a:r>
              <a:rPr lang="en-US" sz="1800" dirty="0">
                <a:solidFill>
                  <a:schemeClr val="tx1"/>
                </a:solidFill>
              </a:rPr>
              <a:t> and last updated in 2008 by </a:t>
            </a:r>
            <a:r>
              <a:rPr lang="en-US" sz="1800" b="1" dirty="0">
                <a:solidFill>
                  <a:schemeClr val="tx1"/>
                </a:solidFill>
              </a:rPr>
              <a:t>RFC 5321</a:t>
            </a:r>
            <a:r>
              <a:rPr lang="en-US" sz="1800" dirty="0">
                <a:solidFill>
                  <a:schemeClr val="tx1"/>
                </a:solidFill>
              </a:rPr>
              <a:t>. The updated version is most widely used email protocol.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Mail servers</a:t>
            </a:r>
            <a:r>
              <a:rPr lang="en-US" sz="1800" dirty="0">
                <a:solidFill>
                  <a:schemeClr val="tx1"/>
                </a:solidFill>
              </a:rPr>
              <a:t> and mail transfer agents use </a:t>
            </a:r>
            <a:r>
              <a:rPr lang="en-US" sz="1800" b="1" dirty="0">
                <a:solidFill>
                  <a:schemeClr val="tx1"/>
                </a:solidFill>
              </a:rPr>
              <a:t>SMTP</a:t>
            </a:r>
            <a:r>
              <a:rPr lang="en-US" sz="1800" dirty="0">
                <a:solidFill>
                  <a:schemeClr val="tx1"/>
                </a:solidFill>
              </a:rPr>
              <a:t> to both send and receive messages. However, user level applications use it only for sending messages.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https://www.tutorialspoint.com/communication_technologies/communication_technologies_email_protocols.htm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1026" name="Picture 2" descr="SMTP">
            <a:extLst>
              <a:ext uri="{FF2B5EF4-FFF2-40B4-BE49-F238E27FC236}">
                <a16:creationId xmlns:a16="http://schemas.microsoft.com/office/drawing/2014/main" id="{5BD07EF2-1E4C-46F1-AD20-CA1D6B555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092495"/>
            <a:ext cx="3635348" cy="246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90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13 Email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94421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SMTP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For retrieving they use IMAP or POP3 because they provide </a:t>
            </a:r>
            <a:r>
              <a:rPr lang="en-US" sz="1800" b="1" dirty="0">
                <a:solidFill>
                  <a:schemeClr val="tx1"/>
                </a:solidFill>
              </a:rPr>
              <a:t>mail box management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RFC or </a:t>
            </a:r>
            <a:r>
              <a:rPr lang="en-US" sz="1800" b="1" dirty="0">
                <a:solidFill>
                  <a:schemeClr val="tx1"/>
                </a:solidFill>
              </a:rPr>
              <a:t>Request for Comments</a:t>
            </a:r>
            <a:r>
              <a:rPr lang="en-US" sz="1800" dirty="0">
                <a:solidFill>
                  <a:schemeClr val="tx1"/>
                </a:solidFill>
              </a:rPr>
              <a:t> is a peer reviewed document jointly published by Internet Engineering Task Force and the Internet Society.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is written by researchers and computer scientists describing how the Internet should work and protocols and systems supporting them.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https://www.tutorialspoint.com/communication_technologies/communication_technologies_email_protocols.htm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261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13 Email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59228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POP3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POP3</a:t>
            </a:r>
            <a:r>
              <a:rPr lang="en-US" sz="1800" dirty="0">
                <a:solidFill>
                  <a:schemeClr val="tx1"/>
                </a:solidFill>
              </a:rPr>
              <a:t> or </a:t>
            </a:r>
            <a:r>
              <a:rPr lang="en-US" sz="1800" b="1" dirty="0">
                <a:solidFill>
                  <a:schemeClr val="tx1"/>
                </a:solidFill>
              </a:rPr>
              <a:t>Post Office Protocol Version 3</a:t>
            </a:r>
            <a:r>
              <a:rPr lang="en-US" sz="1800" dirty="0">
                <a:solidFill>
                  <a:schemeClr val="tx1"/>
                </a:solidFill>
              </a:rPr>
              <a:t> is an </a:t>
            </a:r>
            <a:r>
              <a:rPr lang="en-US" sz="1800" b="1" dirty="0">
                <a:solidFill>
                  <a:schemeClr val="tx1"/>
                </a:solidFill>
              </a:rPr>
              <a:t>application layer</a:t>
            </a:r>
            <a:r>
              <a:rPr lang="en-US" sz="1800" dirty="0">
                <a:solidFill>
                  <a:schemeClr val="tx1"/>
                </a:solidFill>
              </a:rPr>
              <a:t> protocol used by email clients to retrieve email messages from mail servers over </a:t>
            </a:r>
            <a:r>
              <a:rPr lang="en-US" sz="1800" b="1" dirty="0">
                <a:solidFill>
                  <a:schemeClr val="tx1"/>
                </a:solidFill>
              </a:rPr>
              <a:t>TCP/IP</a:t>
            </a:r>
            <a:r>
              <a:rPr lang="en-US" sz="1800" dirty="0">
                <a:solidFill>
                  <a:schemeClr val="tx1"/>
                </a:solidFill>
              </a:rPr>
              <a:t> network.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POP was designed to move the messages from server to local disk but version 3 has the option of leaving a copy on the server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POP3 is a very simple protocol to implement but that limits its usage.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For example, POP3 supports only one mail server for each mailbox.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has now has been made obsolete by modern protocols like </a:t>
            </a:r>
            <a:r>
              <a:rPr lang="en-US" sz="1800" b="1" dirty="0">
                <a:solidFill>
                  <a:schemeClr val="tx1"/>
                </a:solidFill>
              </a:rPr>
              <a:t>IMAP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https://www.tutorialspoint.com/communication_technologies/communication_technologies_email_protocols.htm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249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13 Email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454495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IMAP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IMAP</a:t>
            </a:r>
            <a:r>
              <a:rPr lang="en-US" sz="1800" dirty="0">
                <a:solidFill>
                  <a:schemeClr val="tx1"/>
                </a:solidFill>
              </a:rPr>
              <a:t> stands for </a:t>
            </a:r>
            <a:r>
              <a:rPr lang="en-US" sz="1800" b="1" dirty="0">
                <a:solidFill>
                  <a:schemeClr val="tx1"/>
                </a:solidFill>
              </a:rPr>
              <a:t>Internet Message Access Protocol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IMAP was defined by </a:t>
            </a:r>
            <a:r>
              <a:rPr lang="en-US" sz="1800" b="1" dirty="0">
                <a:solidFill>
                  <a:schemeClr val="tx1"/>
                </a:solidFill>
              </a:rPr>
              <a:t>RFC 3501</a:t>
            </a:r>
            <a:r>
              <a:rPr lang="en-US" sz="1800" dirty="0">
                <a:solidFill>
                  <a:schemeClr val="tx1"/>
                </a:solidFill>
              </a:rPr>
              <a:t> to enable email clients to retrieve email messages from mail servers over a TCP/IP connection.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IMAP is designed to retrieve messages from multiple mail servers and consolidate them all in the user’s mailbox.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typical example is a corporate client handling multiple corporate accounts through a local mailbox located on her system.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All modern email clients and servers like Gmail, Outlook and Yahoo Mail support IMAP or POP3 protocol. These are some advantages that IMAP offers over POP3 −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Faster response time than POP3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Multiple mail clients connected to a single mailbox simultaneously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Keep track of message state like read, deleted, starred, replied, etc.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Search for messages on the server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https://www.tutorialspoint.com/communication_technologies/communication_technologies_email_protocols.htm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170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587</Words>
  <Application>Microsoft Office PowerPoint</Application>
  <PresentationFormat>On-screen Show (4:3)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佈景主題</vt:lpstr>
      <vt:lpstr>13 Email Protocol</vt:lpstr>
      <vt:lpstr>13 Email Protocol</vt:lpstr>
      <vt:lpstr>13 Email Protocol</vt:lpstr>
      <vt:lpstr>13 Email Protocol</vt:lpstr>
      <vt:lpstr>13 Email Protocol</vt:lpstr>
      <vt:lpstr>13 Email Protocol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406</cp:revision>
  <dcterms:created xsi:type="dcterms:W3CDTF">2018-09-28T16:40:41Z</dcterms:created>
  <dcterms:modified xsi:type="dcterms:W3CDTF">2020-03-28T21:09:23Z</dcterms:modified>
</cp:coreProperties>
</file>