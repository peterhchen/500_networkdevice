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63" r:id="rId3"/>
    <p:sldId id="264" r:id="rId4"/>
    <p:sldId id="265" r:id="rId5"/>
    <p:sldId id="266" r:id="rId6"/>
    <p:sldId id="267" r:id="rId7"/>
    <p:sldId id="259" r:id="rId8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204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837EDA8-41C8-4B24-A206-13C08A65A6D7}" type="datetimeFigureOut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FAA135-E01C-4A42-9760-5A137A0CA41F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B85509C-BD4F-47BF-9B1E-FC2E949B3621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99440-D9EF-40CC-9B52-F6428D9B2C76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71BF52-5C6C-4959-8E27-CECB68D39FE4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F863F05-2DD9-4EB1-A827-12FD992DE9D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39AF51-4491-4873-A096-75DB6CE47516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AD9C8-8B9E-40FF-ABE2-858AC2057BBB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84999-BBBE-4BE4-A8D0-877E7D1D66C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8D17E6-02BD-4944-B9FE-7BFCCBF83D48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3E23D-1FEF-4D78-A3A3-3D6F2BB31954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51B24-F787-4C15-8A0F-7AEC20C70069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A0D33C-CE2B-45F1-B8D4-FFD1F131F331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6197F35-AD6F-4594-8B50-334492D2E7E8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D7E63D-91F2-4366-A2C4-1B00C9E2590E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tutorialspoint.com/communication_technologies/communication_technologies_types_of_networks.htm" TargetMode="Externa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hyperlink" Target="https://www.tutorialspoint.com/communication_technologies/communication_technologies_types_of_networks.htm" TargetMode="Externa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hyperlink" Target="https://www.tutorialspoint.com/communication_technologies/communication_technologies_types_of_networks.htm" TargetMode="Externa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hyperlink" Target="https://www.tutorialspoint.com/communication_technologies/communication_technologies_types_of_networks.htm" TargetMode="Externa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hyperlink" Target="https://www.tutorialspoint.com/communication_technologies/communication_technologies_types_of_networks.htm" TargetMode="Externa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solidFill>
            <a:srgbClr val="00B0F0"/>
          </a:solidFill>
        </p:spPr>
        <p:txBody>
          <a:bodyPr>
            <a:normAutofit/>
          </a:bodyPr>
          <a:lstStyle/>
          <a:p>
            <a:r>
              <a:rPr lang="en-US" altLang="zh-TW" sz="4800" b="1" dirty="0">
                <a:solidFill>
                  <a:srgbClr val="FFFF00"/>
                </a:solidFill>
              </a:rPr>
              <a:t>9 Types of Network</a:t>
            </a:r>
            <a:endParaRPr lang="zh-TW" altLang="en-US" sz="4800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4570616"/>
            <a:ext cx="6400800" cy="694928"/>
          </a:xfrm>
        </p:spPr>
        <p:txBody>
          <a:bodyPr>
            <a:normAutofit/>
          </a:bodyPr>
          <a:lstStyle/>
          <a:p>
            <a:r>
              <a:rPr lang="en-US" altLang="zh-TW" dirty="0"/>
              <a:t>Peter H. Chen</a:t>
            </a:r>
            <a:endParaRPr lang="zh-TW" altLang="en-US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89EDC9-19E3-47AC-9C57-C6A24DEA81AD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1</a:t>
            </a:fld>
            <a:endParaRPr lang="zh-TW" alt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3C8BD46-82E2-48A7-803A-12ED04C9EDC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2825" y="3717032"/>
            <a:ext cx="1098349" cy="95092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9 Types of Network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1008111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Networks can be categorized depending on size, complexity, level of security, or geographical range.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We will discuss some of the most popular topologies based on geographical spread.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https://www.tutorialspoint.com/communication_technologies/communication_technologies_types_of_networks.htm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2</a:t>
            </a:fld>
            <a:endParaRPr lang="zh-TW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9 Types of Network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232247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PAN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PAN is the acronym for Personal Area Network.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PAN is the interconnection between devices within the range of a person’s private space, typically within a range of 10 meters.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If you have transferred images or songs from your laptop to mobile or from mobile to your friend’s mobile using Bluetooth, you have set up and used a personal area network.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https://www.tutorialspoint.com/communication_technologies/communication_technologies_types_of_networks.htm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3</a:t>
            </a:fld>
            <a:endParaRPr lang="zh-TW" altLang="en-US"/>
          </a:p>
        </p:txBody>
      </p:sp>
      <p:pic>
        <p:nvPicPr>
          <p:cNvPr id="1026" name="Picture 2" descr="Personal Area Network">
            <a:extLst>
              <a:ext uri="{FF2B5EF4-FFF2-40B4-BE49-F238E27FC236}">
                <a16:creationId xmlns:a16="http://schemas.microsoft.com/office/drawing/2014/main" id="{271C9B19-25B5-471C-A603-F7D295B557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06852" y="3687731"/>
            <a:ext cx="2679948" cy="271401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副標題 2">
            <a:extLst>
              <a:ext uri="{FF2B5EF4-FFF2-40B4-BE49-F238E27FC236}">
                <a16:creationId xmlns:a16="http://schemas.microsoft.com/office/drawing/2014/main" id="{F2EA65E9-F4C2-4FBE-B5BD-D02A41889456}"/>
              </a:ext>
            </a:extLst>
          </p:cNvPr>
          <p:cNvSpPr txBox="1">
            <a:spLocks/>
          </p:cNvSpPr>
          <p:nvPr/>
        </p:nvSpPr>
        <p:spPr>
          <a:xfrm>
            <a:off x="338066" y="3695795"/>
            <a:ext cx="5458070" cy="1533405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 person can connect her laptop, smart phone, personal digital assistant and portable printer in a network at home.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This network could be fully Wi-Fi or a combination of wired and wireless.</a:t>
            </a:r>
          </a:p>
        </p:txBody>
      </p:sp>
    </p:spTree>
    <p:extLst>
      <p:ext uri="{BB962C8B-B14F-4D97-AF65-F5344CB8AC3E}">
        <p14:creationId xmlns:p14="http://schemas.microsoft.com/office/powerpoint/2010/main" val="3915613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9 Types of Network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16023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LAN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LAN or Local Area Network is a wired network spread over a single site like an office, building or manufacturing unit.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LAN is set up to when team members need to share software and hardware resources with each other but not with the outside world.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Typical software resources include official documents, user manuals, employee handbook, etc. 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https://www.tutorialspoint.com/communication_technologies/communication_technologies_types_of_networks.htm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4</a:t>
            </a:fld>
            <a:endParaRPr lang="zh-TW" altLang="en-US"/>
          </a:p>
        </p:txBody>
      </p:sp>
      <p:pic>
        <p:nvPicPr>
          <p:cNvPr id="2050" name="Picture 2" descr="Local Area Network">
            <a:extLst>
              <a:ext uri="{FF2B5EF4-FFF2-40B4-BE49-F238E27FC236}">
                <a16:creationId xmlns:a16="http://schemas.microsoft.com/office/drawing/2014/main" id="{4048A2F8-B68F-40BA-8577-E97685F6BB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2040" y="3702533"/>
            <a:ext cx="3754760" cy="2678395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副標題 2">
            <a:extLst>
              <a:ext uri="{FF2B5EF4-FFF2-40B4-BE49-F238E27FC236}">
                <a16:creationId xmlns:a16="http://schemas.microsoft.com/office/drawing/2014/main" id="{A5EDB1B1-4F43-47AA-9217-93BA575124D1}"/>
              </a:ext>
            </a:extLst>
          </p:cNvPr>
          <p:cNvSpPr txBox="1">
            <a:spLocks/>
          </p:cNvSpPr>
          <p:nvPr/>
        </p:nvSpPr>
        <p:spPr>
          <a:xfrm>
            <a:off x="372707" y="3629462"/>
            <a:ext cx="4487326" cy="2895882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Hardware resources that can be easily shared over the network include printer, fax machines, modems, memory space, etc.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This decreases infrastructure costs for the organization drastically.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A LAN may be set up using wired or wireless connections. A LAN that is completely wireless is called Wireless LAN or WLAN.</a:t>
            </a:r>
          </a:p>
        </p:txBody>
      </p:sp>
    </p:spTree>
    <p:extLst>
      <p:ext uri="{BB962C8B-B14F-4D97-AF65-F5344CB8AC3E}">
        <p14:creationId xmlns:p14="http://schemas.microsoft.com/office/powerpoint/2010/main" val="4812079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9 Types of Network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1584175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WAN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WAN or Wide Area Network is spread over a country or many countries.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WAN is typically a network of many LANs, MANs and WANs.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Network is set up using wired or wireless connections, depending on availability and reliability.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https://www.tutorialspoint.com/communication_technologies/communication_technologies_types_of_networks.htm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5</a:t>
            </a:fld>
            <a:endParaRPr lang="zh-TW" altLang="en-US"/>
          </a:p>
        </p:txBody>
      </p:sp>
      <p:sp>
        <p:nvSpPr>
          <p:cNvPr id="11" name="副標題 2">
            <a:extLst>
              <a:ext uri="{FF2B5EF4-FFF2-40B4-BE49-F238E27FC236}">
                <a16:creationId xmlns:a16="http://schemas.microsoft.com/office/drawing/2014/main" id="{1EDA39ED-F1A5-476E-94FA-164FC6B3E2DA}"/>
              </a:ext>
            </a:extLst>
          </p:cNvPr>
          <p:cNvSpPr txBox="1">
            <a:spLocks/>
          </p:cNvSpPr>
          <p:nvPr/>
        </p:nvSpPr>
        <p:spPr>
          <a:xfrm>
            <a:off x="345414" y="3195221"/>
            <a:ext cx="3124018" cy="613347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 most common example of WAN is the Internet..</a:t>
            </a:r>
          </a:p>
        </p:txBody>
      </p:sp>
      <p:pic>
        <p:nvPicPr>
          <p:cNvPr id="3076" name="Picture 4" descr="Wide Area Network">
            <a:extLst>
              <a:ext uri="{FF2B5EF4-FFF2-40B4-BE49-F238E27FC236}">
                <a16:creationId xmlns:a16="http://schemas.microsoft.com/office/drawing/2014/main" id="{C4D5EA2D-62DB-4B89-BAAC-A9EAE28712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47476" y="3195221"/>
            <a:ext cx="4839324" cy="29277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2630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1"/>
            <a:ext cx="9144000" cy="764704"/>
          </a:xfrm>
          <a:gradFill flip="none" rotWithShape="1">
            <a:gsLst>
              <a:gs pos="0">
                <a:srgbClr val="C00000">
                  <a:shade val="30000"/>
                  <a:satMod val="115000"/>
                </a:srgbClr>
              </a:gs>
              <a:gs pos="50000">
                <a:srgbClr val="C00000">
                  <a:shade val="67500"/>
                  <a:satMod val="115000"/>
                </a:srgbClr>
              </a:gs>
              <a:gs pos="100000">
                <a:srgbClr val="C0000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/>
          <a:lstStyle/>
          <a:p>
            <a:pPr algn="l"/>
            <a:r>
              <a:rPr lang="en-US" altLang="zh-TW" b="1" dirty="0">
                <a:solidFill>
                  <a:srgbClr val="FFFF00"/>
                </a:solidFill>
              </a:rPr>
              <a:t>9 Types of Network</a:t>
            </a:r>
            <a:endParaRPr lang="zh-TW" altLang="en-US" b="1" dirty="0">
              <a:solidFill>
                <a:srgbClr val="FFFF00"/>
              </a:solidFill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367862" y="1412777"/>
            <a:ext cx="8318938" cy="2160239"/>
          </a:xfrm>
          <a:ln>
            <a:solidFill>
              <a:srgbClr val="C00000"/>
            </a:solidFill>
          </a:ln>
        </p:spPr>
        <p:txBody>
          <a:bodyPr>
            <a:noAutofit/>
          </a:bodyPr>
          <a:lstStyle/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b="1" dirty="0">
                <a:solidFill>
                  <a:schemeClr val="tx1"/>
                </a:solidFill>
              </a:rPr>
              <a:t>MAN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MAN is the acronym for Metropolitan Area Network. It is a network spread over a city, college campus or a small region.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MAN is larger than a LAN and typically spread over several kilometers.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Objective of MAN is to share hardware and software resources, thereby decreasing infrastructure costs. </a:t>
            </a:r>
          </a:p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MAN can be built by connecting several LANs.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0" y="764704"/>
            <a:ext cx="9144000" cy="398616"/>
          </a:xfrm>
          <a:prstGeom prst="rect">
            <a:avLst/>
          </a:prstGeo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vert="horz" lIns="91440" tIns="45720" rIns="91440" bIns="45720" rtlCol="0" anchor="ctr">
            <a:normAutofit fontScale="85000" lnSpcReduction="10000"/>
          </a:bodyPr>
          <a:lstStyle/>
          <a:p>
            <a:pPr marL="0" lvl="1"/>
            <a:r>
              <a:rPr lang="en-US" sz="1600" dirty="0">
                <a:hlinkClick r:id="rId2"/>
              </a:rPr>
              <a:t>https://www.tutorialspoint.com/communication_technologies/communication_technologies_types_of_networks.htm</a:t>
            </a:r>
            <a:endParaRPr lang="en-US" sz="1600" dirty="0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404246"/>
          </a:xfrm>
        </p:spPr>
        <p:txBody>
          <a:bodyPr/>
          <a:lstStyle/>
          <a:p>
            <a:fld id="{A4F910E6-8D00-4BAF-8C48-9688E0B449D3}" type="datetime1">
              <a:rPr lang="zh-TW" altLang="en-US" smtClean="0"/>
              <a:pPr/>
              <a:t>2020/3/28</a:t>
            </a:fld>
            <a:endParaRPr lang="zh-TW" alt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404246"/>
          </a:xfrm>
        </p:spPr>
        <p:txBody>
          <a:bodyPr/>
          <a:lstStyle/>
          <a:p>
            <a:fld id="{E4D7E63D-91F2-4366-A2C4-1B00C9E2590E}" type="slidenum">
              <a:rPr lang="zh-TW" altLang="en-US" smtClean="0"/>
              <a:pPr/>
              <a:t>6</a:t>
            </a:fld>
            <a:endParaRPr lang="zh-TW" altLang="en-US"/>
          </a:p>
        </p:txBody>
      </p:sp>
      <p:pic>
        <p:nvPicPr>
          <p:cNvPr id="3074" name="Picture 2" descr="Metropolitan Area Network">
            <a:extLst>
              <a:ext uri="{FF2B5EF4-FFF2-40B4-BE49-F238E27FC236}">
                <a16:creationId xmlns:a16="http://schemas.microsoft.com/office/drawing/2014/main" id="{8C77CA16-F046-4D9F-84C3-AA19477832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49675" y="3752749"/>
            <a:ext cx="4924425" cy="2076450"/>
          </a:xfrm>
          <a:prstGeom prst="rect">
            <a:avLst/>
          </a:prstGeom>
          <a:noFill/>
          <a:ln>
            <a:solidFill>
              <a:srgbClr val="C000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副標題 2">
            <a:extLst>
              <a:ext uri="{FF2B5EF4-FFF2-40B4-BE49-F238E27FC236}">
                <a16:creationId xmlns:a16="http://schemas.microsoft.com/office/drawing/2014/main" id="{1EDA39ED-F1A5-476E-94FA-164FC6B3E2DA}"/>
              </a:ext>
            </a:extLst>
          </p:cNvPr>
          <p:cNvSpPr txBox="1">
            <a:spLocks/>
          </p:cNvSpPr>
          <p:nvPr/>
        </p:nvSpPr>
        <p:spPr>
          <a:xfrm>
            <a:off x="367862" y="3751757"/>
            <a:ext cx="3124018" cy="901380"/>
          </a:xfrm>
          <a:prstGeom prst="rect">
            <a:avLst/>
          </a:prstGeom>
          <a:ln>
            <a:solidFill>
              <a:srgbClr val="C00000"/>
            </a:solidFill>
          </a:ln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l">
              <a:buClr>
                <a:srgbClr val="0070C0"/>
              </a:buClr>
              <a:buSzPct val="80000"/>
              <a:buFont typeface="Wingdings" pitchFamily="2" charset="2"/>
              <a:buChar char="u"/>
            </a:pPr>
            <a:r>
              <a:rPr lang="en-US" sz="1800" dirty="0">
                <a:solidFill>
                  <a:schemeClr val="tx1"/>
                </a:solidFill>
              </a:rPr>
              <a:t>The most common example of MAN is cable TV network.</a:t>
            </a:r>
          </a:p>
        </p:txBody>
      </p:sp>
    </p:spTree>
    <p:extLst>
      <p:ext uri="{BB962C8B-B14F-4D97-AF65-F5344CB8AC3E}">
        <p14:creationId xmlns:p14="http://schemas.microsoft.com/office/powerpoint/2010/main" val="41038506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144000" cy="1470025"/>
          </a:xfrm>
          <a:gradFill flip="none" rotWithShape="1">
            <a:gsLst>
              <a:gs pos="0">
                <a:srgbClr val="00B0F0">
                  <a:shade val="30000"/>
                  <a:satMod val="115000"/>
                </a:srgbClr>
              </a:gs>
              <a:gs pos="50000">
                <a:srgbClr val="00B0F0">
                  <a:shade val="67500"/>
                  <a:satMod val="115000"/>
                </a:srgbClr>
              </a:gs>
              <a:gs pos="100000">
                <a:srgbClr val="00B0F0">
                  <a:shade val="100000"/>
                  <a:satMod val="115000"/>
                </a:srgbClr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>
            <a:normAutofit/>
          </a:bodyPr>
          <a:lstStyle/>
          <a:p>
            <a:r>
              <a:rPr lang="en-US" altLang="zh-TW" sz="6000" b="1" dirty="0">
                <a:solidFill>
                  <a:srgbClr val="FFFF00"/>
                </a:solidFill>
              </a:rPr>
              <a:t>End of Chapter</a:t>
            </a:r>
            <a:endParaRPr lang="zh-TW" altLang="en-US" sz="6000" b="1" dirty="0">
              <a:solidFill>
                <a:srgbClr val="FFFF00"/>
              </a:solidFill>
            </a:endParaRP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6BE27-E923-4EC2-B046-3272AE2A3E5C}" type="datetime1">
              <a:rPr lang="zh-TW" altLang="en-US" smtClean="0"/>
              <a:pPr/>
              <a:t>2020/3/28</a:t>
            </a:fld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D7E63D-91F2-4366-A2C4-1B00C9E2590E}" type="slidenum">
              <a:rPr lang="zh-TW" altLang="en-US" smtClean="0"/>
              <a:pPr/>
              <a:t>7</a:t>
            </a:fld>
            <a:endParaRPr lang="zh-TW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970</TotalTime>
  <Words>544</Words>
  <Application>Microsoft Office PowerPoint</Application>
  <PresentationFormat>On-screen Show (4:3)</PresentationFormat>
  <Paragraphs>53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Wingdings</vt:lpstr>
      <vt:lpstr>Office 佈景主題</vt:lpstr>
      <vt:lpstr>9 Types of Network</vt:lpstr>
      <vt:lpstr>9 Types of Network</vt:lpstr>
      <vt:lpstr>9 Types of Network</vt:lpstr>
      <vt:lpstr>9 Types of Network</vt:lpstr>
      <vt:lpstr>9 Types of Network</vt:lpstr>
      <vt:lpstr>9 Types of Network</vt:lpstr>
      <vt:lpstr>End of Chapter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Node JS</dc:title>
  <dc:creator>USER</dc:creator>
  <cp:lastModifiedBy>14088587657</cp:lastModifiedBy>
  <cp:revision>363</cp:revision>
  <dcterms:created xsi:type="dcterms:W3CDTF">2018-09-28T16:40:41Z</dcterms:created>
  <dcterms:modified xsi:type="dcterms:W3CDTF">2020-03-28T17:53:37Z</dcterms:modified>
</cp:coreProperties>
</file>