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65" r:id="rId3"/>
    <p:sldId id="266" r:id="rId4"/>
    <p:sldId id="267" r:id="rId5"/>
    <p:sldId id="268" r:id="rId6"/>
    <p:sldId id="269" r:id="rId7"/>
    <p:sldId id="259" r:id="rId8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20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37EDA8-41C8-4B24-A206-13C08A65A6D7}" type="datetimeFigureOut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FAA135-E01C-4A42-9760-5A137A0CA41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85509C-BD4F-47BF-9B1E-FC2E949B3621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99440-D9EF-40CC-9B52-F6428D9B2C76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1BF52-5C6C-4959-8E27-CECB68D39FE4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63F05-2DD9-4EB1-A827-12FD992DE9DC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9AF51-4491-4873-A096-75DB6CE47516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AD9C8-8B9E-40FF-ABE2-858AC2057BBB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84999-BBBE-4BE4-A8D0-877E7D1D66CC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D17E6-02BD-4944-B9FE-7BFCCBF83D48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3E23D-1FEF-4D78-A3A3-3D6F2BB31954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51B24-F787-4C15-8A0F-7AEC20C70069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0D33C-CE2B-45F1-B8D4-FFD1F131F331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197F35-AD6F-4594-8B50-334492D2E7E8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communication_technologies/communication_technologies_firewall.htm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s://www.tutorialspoint.com/communication_technologies/communication_technologies_firewall.htm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communication_technologies/communication_technologies_firewall.htm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communication_technologies/communication_technologies_firewall.htm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communication_technologies/communication_technologies_firewall.htm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solidFill>
            <a:srgbClr val="00B0F0"/>
          </a:solidFill>
        </p:spPr>
        <p:txBody>
          <a:bodyPr>
            <a:normAutofit/>
          </a:bodyPr>
          <a:lstStyle/>
          <a:p>
            <a:r>
              <a:rPr lang="en-US" altLang="zh-TW" sz="4800" b="1" dirty="0">
                <a:solidFill>
                  <a:srgbClr val="FFFF00"/>
                </a:solidFill>
              </a:rPr>
              <a:t>17 Firewall</a:t>
            </a:r>
            <a:endParaRPr lang="zh-TW" altLang="en-US" sz="4800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4570616"/>
            <a:ext cx="6400800" cy="694928"/>
          </a:xfrm>
        </p:spPr>
        <p:txBody>
          <a:bodyPr>
            <a:normAutofit/>
          </a:bodyPr>
          <a:lstStyle/>
          <a:p>
            <a:r>
              <a:rPr lang="en-US" altLang="zh-TW" dirty="0"/>
              <a:t>Peter H. Chen</a:t>
            </a:r>
            <a:endParaRPr lang="zh-TW" altLang="en-US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EDC9-19E3-47AC-9C57-C6A24DEA81AD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1</a:t>
            </a:fld>
            <a:endParaRPr lang="zh-TW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C8BD46-82E2-48A7-803A-12ED04C9E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2825" y="3717032"/>
            <a:ext cx="1098349" cy="950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17 Firewall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7"/>
            <a:ext cx="8318938" cy="2304255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There exist multiple approaches to counter or at least reduce security threats. Some of these are −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Authenticating users accessing a service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Providing access to authorized users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Using encrypted passwords for remote log on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Using biometric authorization parameters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Restricting traffic to and from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https://www.tutorialspoint.com/communication_technologies/communication_technologies_firewall.htm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2020/3/28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154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17 Firewall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7"/>
            <a:ext cx="8318938" cy="1008111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Firewalls are the first line of defense against unauthorized access to private networks.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They can be used effectively against </a:t>
            </a:r>
            <a:r>
              <a:rPr lang="en-US" sz="1800" b="1" dirty="0">
                <a:solidFill>
                  <a:schemeClr val="tx1"/>
                </a:solidFill>
              </a:rPr>
              <a:t>virus, Trojan </a:t>
            </a:r>
            <a:r>
              <a:rPr lang="en-US" sz="1800" dirty="0">
                <a:solidFill>
                  <a:schemeClr val="tx1"/>
                </a:solidFill>
              </a:rPr>
              <a:t>or </a:t>
            </a:r>
            <a:r>
              <a:rPr lang="en-US" sz="1800" b="1" dirty="0">
                <a:solidFill>
                  <a:schemeClr val="tx1"/>
                </a:solidFill>
              </a:rPr>
              <a:t>worm attacks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https://www.tutorialspoint.com/communication_technologies/communication_technologies_firewall.htm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2020/3/28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3</a:t>
            </a:fld>
            <a:endParaRPr lang="zh-TW" altLang="en-US"/>
          </a:p>
        </p:txBody>
      </p:sp>
      <p:pic>
        <p:nvPicPr>
          <p:cNvPr id="7" name="Picture 2" descr="Firewall">
            <a:extLst>
              <a:ext uri="{FF2B5EF4-FFF2-40B4-BE49-F238E27FC236}">
                <a16:creationId xmlns:a16="http://schemas.microsoft.com/office/drawing/2014/main" id="{9F731A62-ADBB-4E77-AA4F-2EB171401E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6518" y="2543525"/>
            <a:ext cx="5381625" cy="3838575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4822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17 Firewall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7"/>
            <a:ext cx="8318938" cy="3096343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How Firewalls Work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Dictionary defines </a:t>
            </a:r>
            <a:r>
              <a:rPr lang="en-US" sz="1800" b="1" dirty="0">
                <a:solidFill>
                  <a:schemeClr val="tx1"/>
                </a:solidFill>
              </a:rPr>
              <a:t>firewall</a:t>
            </a:r>
            <a:r>
              <a:rPr lang="en-US" sz="1800" dirty="0">
                <a:solidFill>
                  <a:schemeClr val="tx1"/>
                </a:solidFill>
              </a:rPr>
              <a:t> as a wall or partition designed to inhibit or prevent spread of fire.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In networks, a system designed to protect an intranet from </a:t>
            </a:r>
            <a:r>
              <a:rPr lang="en-US" sz="1800" b="1" dirty="0">
                <a:solidFill>
                  <a:schemeClr val="tx1"/>
                </a:solidFill>
              </a:rPr>
              <a:t>unauthorized access</a:t>
            </a:r>
            <a:r>
              <a:rPr lang="en-US" sz="1800" dirty="0">
                <a:solidFill>
                  <a:schemeClr val="tx1"/>
                </a:solidFill>
              </a:rPr>
              <a:t> is called firewall.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A private network created using World Wide Web software is called an </a:t>
            </a:r>
            <a:r>
              <a:rPr lang="en-US" sz="1800" b="1" dirty="0">
                <a:solidFill>
                  <a:schemeClr val="tx1"/>
                </a:solidFill>
              </a:rPr>
              <a:t>intranet</a:t>
            </a:r>
            <a:r>
              <a:rPr lang="en-US" sz="1800" dirty="0">
                <a:solidFill>
                  <a:schemeClr val="tx1"/>
                </a:solidFill>
              </a:rPr>
              <a:t>. Firewall may be implemented in both hardware and software.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All traffic to and from the network is routed through the firewall.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The firewall examines each message and blocks those that does not meet the </a:t>
            </a:r>
            <a:r>
              <a:rPr lang="en-US" sz="1800" b="1" dirty="0">
                <a:solidFill>
                  <a:schemeClr val="tx1"/>
                </a:solidFill>
              </a:rPr>
              <a:t>pre-defined security criteria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https://www.tutorialspoint.com/communication_technologies/communication_technologies_firewall.htm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2020/3/28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6889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17 Firewall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7"/>
            <a:ext cx="8318938" cy="3816423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How Firewalls Work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These are some of the prevalent techniques used by firewalls −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Packet level filtering: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Here each packet is examined depending on user-defined rules. 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It is very effective and transparent to users, but difficult to configure. 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Also, as IP address is used to identify users, </a:t>
            </a:r>
            <a:r>
              <a:rPr lang="en-US" sz="1800" b="1" dirty="0">
                <a:solidFill>
                  <a:schemeClr val="tx1"/>
                </a:solidFill>
              </a:rPr>
              <a:t>IP spoofing</a:t>
            </a:r>
            <a:r>
              <a:rPr lang="en-US" sz="1800" dirty="0">
                <a:solidFill>
                  <a:schemeClr val="tx1"/>
                </a:solidFill>
              </a:rPr>
              <a:t> by malicious parties can prove counterproductive.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Circuit level filtering: 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Like good old telephone connections, circuit level filtering applies security mechanisms while connection between two systems is being established. 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Once the connection is deemed secure, data transmission can take place for that session.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https://www.tutorialspoint.com/communication_technologies/communication_technologies_firewall.htm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2020/3/28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399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17 Firewall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7"/>
            <a:ext cx="8318938" cy="3168351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How Firewalls Work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Application level filtering: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Here, security mechanisms are applied to commonly used applications like Telnet, FTP servers, storage servers, etc. This is very effective but slows down performance of the applications.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Proxy server: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As the name suggests, proxy server is used to interrupt all incoming and outgoing messages and mask the true server address.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A firewall may use a combination of two or more techniques to secure the network, depending on extent of security required.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https://www.tutorialspoint.com/communication_technologies/communication_technologies_firewall.htm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2020/3/28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52861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r>
              <a:rPr lang="en-US" altLang="zh-TW" sz="6000" b="1" dirty="0">
                <a:solidFill>
                  <a:srgbClr val="FFFF00"/>
                </a:solidFill>
              </a:rPr>
              <a:t>End of Chapter</a:t>
            </a:r>
            <a:endParaRPr lang="zh-TW" altLang="en-US" sz="6000" b="1" dirty="0">
              <a:solidFill>
                <a:srgbClr val="FFFF00"/>
              </a:solidFill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BE27-E923-4EC2-B046-3272AE2A3E5C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1268</TotalTime>
  <Words>482</Words>
  <Application>Microsoft Office PowerPoint</Application>
  <PresentationFormat>On-screen Show (4:3)</PresentationFormat>
  <Paragraphs>56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Wingdings</vt:lpstr>
      <vt:lpstr>Office 佈景主題</vt:lpstr>
      <vt:lpstr>17 Firewall</vt:lpstr>
      <vt:lpstr>17 Firewall</vt:lpstr>
      <vt:lpstr>17 Firewall</vt:lpstr>
      <vt:lpstr>17 Firewall</vt:lpstr>
      <vt:lpstr>17 Firewall</vt:lpstr>
      <vt:lpstr>17 Firewall</vt:lpstr>
      <vt:lpstr>End of Chapter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Node JS</dc:title>
  <dc:creator>USER</dc:creator>
  <cp:lastModifiedBy>14088587657</cp:lastModifiedBy>
  <cp:revision>452</cp:revision>
  <dcterms:created xsi:type="dcterms:W3CDTF">2018-09-28T16:40:41Z</dcterms:created>
  <dcterms:modified xsi:type="dcterms:W3CDTF">2020-03-28T23:38:05Z</dcterms:modified>
</cp:coreProperties>
</file>