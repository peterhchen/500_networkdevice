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mobile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mobile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mobile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mobile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mobile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87220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Since the introduction of first commercial mobile phone in 1983 by Motorola, mobile technology has come a long way.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Be it technology, protocols, services offered or speed, the changes in mobile telephony have been recorded as generation of mobile communication.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the basic features of these generations that differentiate it from the previous generations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https://www.tutorialspoint.com/communication_technologies/communication_technologies_mobile.htm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2403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1G Technology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1G refers to the first generation of wireless mobile communication where analog signals were used to transmit data.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introduced in the US in early 1980s and designed exclusively for voice communication.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Some characteristics of 1G communication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Speeds up to 2.4 kbps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Poor voice quality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Large phones with limited battery life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 data security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https://www.tutorialspoint.com/communication_technologies/communication_technologies_mobile.htm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02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5283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2G Technology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2G refers to the second generation of mobile telephony which used digital signals for the first time.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launched in Finland in 1991 and used GSM technology. Some prominent characteristics of 2G communication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Data speeds up to 64 kbps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Text and multimedia messaging possible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Better quality than 1G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GPRS technology was introduced, it enabled web browsing, e-mail services and fast upload/download speeds.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2G with GPRS is also referred as 2.5G, a step short of next mobile generation.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https://www.tutorialspoint.com/communication_technologies/communication_technologies_mobile.htm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40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32047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b="1" dirty="0">
                <a:solidFill>
                  <a:schemeClr val="tx1"/>
                </a:solidFill>
              </a:rPr>
              <a:t>3G Technology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Third generation (3G) of mobile telephony began with the start of the new millennium and offered major advancement over previous generations. Some of the characteristics of this generation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Data speeds of 144 kbps to 2 Mbps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High speed web browsing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Running web based applications like video conferencing, multimedia e-mails, etc.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Fast and easy transfer of audio and video files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3D gaming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Every coin has two sides. Here are some downsides of 3G technology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Expensive mobile phones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High infrastructure costs like licensing fees and mobile towers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Trained personnel required for infrastructure set up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600" dirty="0">
                <a:solidFill>
                  <a:schemeClr val="tx1"/>
                </a:solidFill>
              </a:rPr>
              <a:t>The intermediate generation, 3.5G grouped together dissimilar mobile telephony and data technologies and paved way for the next generation of mobile communication.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https://www.tutorialspoint.com/communication_technologies/communication_technologies_mobile.htm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86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12 Mobile Communication Technology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95232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4G Technology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Keeping up the trend of a new mobile generation every decade, fourth generation (4G) of mobile communication was introduced in 2011.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Its major characteristics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Speeds of 100 Mbps to 1 Gbps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Mobile web access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High definition mobile TV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Cloud computing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IP telephony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https://www.tutorialspoint.com/communication_technologies/communication_technologies_mobile.htm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1026" name="Picture 2" descr="Next Generation">
            <a:extLst>
              <a:ext uri="{FF2B5EF4-FFF2-40B4-BE49-F238E27FC236}">
                <a16:creationId xmlns:a16="http://schemas.microsoft.com/office/drawing/2014/main" id="{0017753F-32E9-41AF-AD32-3F8509D29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2674416"/>
            <a:ext cx="3914775" cy="338137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38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532</Words>
  <Application>Microsoft Office PowerPoint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12 Mobile Communication Technology</vt:lpstr>
      <vt:lpstr>12 Mobile Communication Technology</vt:lpstr>
      <vt:lpstr>12 Mobile Communication Technology</vt:lpstr>
      <vt:lpstr>12 Mobile Communication Technology</vt:lpstr>
      <vt:lpstr>12 Mobile Communication Technology</vt:lpstr>
      <vt:lpstr>12 Mobile Communication Technology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399</cp:revision>
  <dcterms:created xsi:type="dcterms:W3CDTF">2018-09-28T16:40:41Z</dcterms:created>
  <dcterms:modified xsi:type="dcterms:W3CDTF">2020-03-28T20:46:13Z</dcterms:modified>
</cp:coreProperties>
</file>