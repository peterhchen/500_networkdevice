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59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voip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voip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voip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voip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14 VoIP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14 VoIP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4482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VoIP is the acronym for </a:t>
            </a:r>
            <a:r>
              <a:rPr lang="en-US" sz="1800" b="1" dirty="0">
                <a:solidFill>
                  <a:schemeClr val="tx1"/>
                </a:solidFill>
              </a:rPr>
              <a:t>Voice over Internet Protocol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means </a:t>
            </a:r>
            <a:r>
              <a:rPr lang="en-US" sz="1800" b="1" dirty="0">
                <a:solidFill>
                  <a:schemeClr val="tx1"/>
                </a:solidFill>
              </a:rPr>
              <a:t>telephone services over Internet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Traditionally Internet had been used for exchanging messages but due to advancement in technology, its service quality has increased manifold.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now possible to deliver </a:t>
            </a:r>
            <a:r>
              <a:rPr lang="en-US" sz="1800" b="1" dirty="0">
                <a:solidFill>
                  <a:schemeClr val="tx1"/>
                </a:solidFill>
              </a:rPr>
              <a:t>voice communication over IP networks </a:t>
            </a:r>
            <a:r>
              <a:rPr lang="en-US" sz="1800" dirty="0">
                <a:solidFill>
                  <a:schemeClr val="tx1"/>
                </a:solidFill>
              </a:rPr>
              <a:t>by converting </a:t>
            </a:r>
            <a:r>
              <a:rPr lang="en-US" sz="1800" b="1" dirty="0">
                <a:solidFill>
                  <a:schemeClr val="tx1"/>
                </a:solidFill>
              </a:rPr>
              <a:t>voice data into packets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VoIP is a set of protocols and systems developed to provide this service seamlessly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https://www.tutorialspoint.com/communication_technologies/communication_technologies_voip.htm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1026" name="Picture 2" descr="VoIP">
            <a:extLst>
              <a:ext uri="{FF2B5EF4-FFF2-40B4-BE49-F238E27FC236}">
                <a16:creationId xmlns:a16="http://schemas.microsoft.com/office/drawing/2014/main" id="{06FC7982-EAA8-4FFC-B702-A3D8F362E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58" y="3933057"/>
            <a:ext cx="4969818" cy="262572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14 VoIP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6642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Here are some of the protocols used for VoIP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H.323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Session Initiation Protocol (SIP)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Session Description Protocol (SDP)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Media Gateway Control Protocol (MGCP)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Real-time Transport Protocol (RTP)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Skype Protocol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two of the most fundamental protocols – H.323 and SIP – here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https://www.tutorialspoint.com/communication_technologies/communication_technologies_voip.htm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51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14 VoIP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6642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H.323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H.323 is a VoIP standard for defining the components, protocols and procedures to provide real-time multimedia sessions including audio, video and data transmissions over packet switched networks.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Some of the services facilitated by H.323 include: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IP telephony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Video telephony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Simultaneous audio, video and data communications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https://www.tutorialspoint.com/communication_technologies/communication_technologies_voip.htm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46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14 VoIP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45638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SIP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SIP is an acronym for Session Initiation Protocol.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SIP is a protocol to establish, modify and terminate multimedia sessions like IP telephony.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All systems that need multimedia sessions are registered and provided SIP address, much like IP address.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Using this address, caller can check </a:t>
            </a:r>
            <a:r>
              <a:rPr lang="en-US" sz="1800" dirty="0" err="1">
                <a:solidFill>
                  <a:schemeClr val="tx1"/>
                </a:solidFill>
              </a:rPr>
              <a:t>callee’s</a:t>
            </a:r>
            <a:r>
              <a:rPr lang="en-US" sz="1800" dirty="0">
                <a:solidFill>
                  <a:schemeClr val="tx1"/>
                </a:solidFill>
              </a:rPr>
              <a:t> availability and invite it for a VoIP session accordingly.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>
                <a:solidFill>
                  <a:schemeClr val="tx1"/>
                </a:solidFill>
              </a:rPr>
              <a:t>SIP </a:t>
            </a:r>
            <a:r>
              <a:rPr lang="en-US" sz="1800" dirty="0">
                <a:solidFill>
                  <a:schemeClr val="tx1"/>
                </a:solidFill>
              </a:rPr>
              <a:t>facilitates multiparty multimedia sessions like video conferencing involving three or more people</a:t>
            </a:r>
            <a:r>
              <a:rPr lang="en-US" sz="180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>
                <a:solidFill>
                  <a:schemeClr val="tx1"/>
                </a:solidFill>
              </a:rPr>
              <a:t>In </a:t>
            </a:r>
            <a:r>
              <a:rPr lang="en-US" sz="1800" dirty="0">
                <a:solidFill>
                  <a:schemeClr val="tx1"/>
                </a:solidFill>
              </a:rPr>
              <a:t>a short span of time SIP has become integral to VoIP and largely replaced H.323.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https://www.tutorialspoint.com/communication_technologies/communication_technologies_voip.htm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2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385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佈景主題</vt:lpstr>
      <vt:lpstr>14 VoIP</vt:lpstr>
      <vt:lpstr>14 VoIP</vt:lpstr>
      <vt:lpstr>14 VoIP</vt:lpstr>
      <vt:lpstr>14 VoIP</vt:lpstr>
      <vt:lpstr>14 VoIP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413</cp:revision>
  <dcterms:created xsi:type="dcterms:W3CDTF">2018-09-28T16:40:41Z</dcterms:created>
  <dcterms:modified xsi:type="dcterms:W3CDTF">2020-03-28T21:41:51Z</dcterms:modified>
</cp:coreProperties>
</file>