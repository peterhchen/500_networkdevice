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3" r:id="rId3"/>
    <p:sldId id="264" r:id="rId4"/>
    <p:sldId id="259" r:id="rId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3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fPzC0TmSJ0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fPzC0TmSJ0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22 TCP, UDP, and Protocol Port Number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4581128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A5EECA-2DDF-42D3-A3D9-57BB1333D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654836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 fontScale="90000"/>
          </a:bodyPr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22 TCP, UDP, and Protocol Port Number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57606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Network protocols in two categories, TCP (Connection oriented protocol) and UDP (Connectionless oriented protocol).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https://www.youtube.com/watch?v=kfPzC0TmSJ0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 fontScale="90000"/>
          </a:bodyPr>
          <a:lstStyle/>
          <a:p>
            <a:pPr algn="l"/>
            <a:r>
              <a:rPr lang="en-US" altLang="zh-TW" b="1">
                <a:solidFill>
                  <a:srgbClr val="FFFF00"/>
                </a:solidFill>
              </a:rPr>
              <a:t>22 TCP, UDP, and Protocol Port Number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39861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18 Protocols: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https://www.youtube.com/watch?v=kfPzC0TmSJ0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D21E3B4-7DF3-4D2B-B637-B01B041D8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492203"/>
              </p:ext>
            </p:extLst>
          </p:nvPr>
        </p:nvGraphicFramePr>
        <p:xfrm>
          <a:off x="346554" y="1935063"/>
          <a:ext cx="8361553" cy="428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755">
                  <a:extLst>
                    <a:ext uri="{9D8B030D-6E8A-4147-A177-3AD203B41FA5}">
                      <a16:colId xmlns:a16="http://schemas.microsoft.com/office/drawing/2014/main" val="1082871278"/>
                    </a:ext>
                  </a:extLst>
                </a:gridCol>
                <a:gridCol w="2623693">
                  <a:extLst>
                    <a:ext uri="{9D8B030D-6E8A-4147-A177-3AD203B41FA5}">
                      <a16:colId xmlns:a16="http://schemas.microsoft.com/office/drawing/2014/main" val="3600625214"/>
                    </a:ext>
                  </a:extLst>
                </a:gridCol>
                <a:gridCol w="2745105">
                  <a:extLst>
                    <a:ext uri="{9D8B030D-6E8A-4147-A177-3AD203B41FA5}">
                      <a16:colId xmlns:a16="http://schemas.microsoft.com/office/drawing/2014/main" val="1696134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TCP (Port Number) </a:t>
                      </a:r>
                    </a:p>
                    <a:p>
                      <a:r>
                        <a:rPr lang="en-US" sz="1600" dirty="0"/>
                        <a:t>=&gt; Secure Port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Both (port number)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UDP (port number)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924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FTP (20, 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LDAP (389)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SNMP (161, 162)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426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TFTP: Trivial FTP (69)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RDP: Remote Desktop (3389)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NTP (123)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447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SFTP: Secure FTP (22)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DNS 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SIP: Session Initial (5060,5061)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661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SSH (22)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RSIP (554)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30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Telnet (23)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DHCP (67, 68)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03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HTTP (80) +&gt; 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507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Mail Protocol: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499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SMTP: Simple Mail TP (25) =&gt; 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532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IMAP4 (143) =&gt; 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76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POP3: Post Office (110) =&gt; 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798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65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2020/3/30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213</Words>
  <Application>Microsoft Office PowerPoint</Application>
  <PresentationFormat>On-screen Show (4:3)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佈景主題</vt:lpstr>
      <vt:lpstr>22 TCP, UDP, and Protocol Port Number</vt:lpstr>
      <vt:lpstr>22 TCP, UDP, and Protocol Port Number</vt:lpstr>
      <vt:lpstr>22 TCP, UDP, and Protocol Port Number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309</cp:revision>
  <dcterms:created xsi:type="dcterms:W3CDTF">2018-09-28T16:40:41Z</dcterms:created>
  <dcterms:modified xsi:type="dcterms:W3CDTF">2020-03-30T23:04:11Z</dcterms:modified>
</cp:coreProperties>
</file>