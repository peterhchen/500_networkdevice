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63" r:id="rId3"/>
    <p:sldId id="264" r:id="rId4"/>
    <p:sldId id="259" r:id="rId5"/>
  </p:sldIdLst>
  <p:sldSz cx="9144000" cy="6858000" type="screen4x3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20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37EDA8-41C8-4B24-A206-13C08A65A6D7}" type="datetimeFigureOut">
              <a:rPr lang="zh-TW" altLang="en-US" smtClean="0"/>
              <a:pPr/>
              <a:t>2020/3/29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FAA135-E01C-4A42-9760-5A137A0CA41F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B85509C-BD4F-47BF-9B1E-FC2E949B3621}" type="datetime1">
              <a:rPr lang="zh-TW" altLang="en-US" smtClean="0"/>
              <a:pPr/>
              <a:t>2020/3/29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4D7E63D-91F2-4366-A2C4-1B00C9E2590E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99440-D9EF-40CC-9B52-F6428D9B2C76}" type="datetime1">
              <a:rPr lang="zh-TW" altLang="en-US" smtClean="0"/>
              <a:pPr/>
              <a:t>2020/3/29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7E63D-91F2-4366-A2C4-1B00C9E2590E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1BF52-5C6C-4959-8E27-CECB68D39FE4}" type="datetime1">
              <a:rPr lang="zh-TW" altLang="en-US" smtClean="0"/>
              <a:pPr/>
              <a:t>2020/3/29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7E63D-91F2-4366-A2C4-1B00C9E2590E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63F05-2DD9-4EB1-A827-12FD992DE9DC}" type="datetime1">
              <a:rPr lang="zh-TW" altLang="en-US" smtClean="0"/>
              <a:pPr/>
              <a:t>2020/3/29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7E63D-91F2-4366-A2C4-1B00C9E2590E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9AF51-4491-4873-A096-75DB6CE47516}" type="datetime1">
              <a:rPr lang="zh-TW" altLang="en-US" smtClean="0"/>
              <a:pPr/>
              <a:t>2020/3/29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7E63D-91F2-4366-A2C4-1B00C9E2590E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AD9C8-8B9E-40FF-ABE2-858AC2057BBB}" type="datetime1">
              <a:rPr lang="zh-TW" altLang="en-US" smtClean="0"/>
              <a:pPr/>
              <a:t>2020/3/29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7E63D-91F2-4366-A2C4-1B00C9E2590E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84999-BBBE-4BE4-A8D0-877E7D1D66CC}" type="datetime1">
              <a:rPr lang="zh-TW" altLang="en-US" smtClean="0"/>
              <a:pPr/>
              <a:t>2020/3/29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7E63D-91F2-4366-A2C4-1B00C9E2590E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8D17E6-02BD-4944-B9FE-7BFCCBF83D48}" type="datetime1">
              <a:rPr lang="zh-TW" altLang="en-US" smtClean="0"/>
              <a:pPr/>
              <a:t>2020/3/29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7E63D-91F2-4366-A2C4-1B00C9E2590E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3E23D-1FEF-4D78-A3A3-3D6F2BB31954}" type="datetime1">
              <a:rPr lang="zh-TW" altLang="en-US" smtClean="0"/>
              <a:pPr/>
              <a:t>2020/3/29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7E63D-91F2-4366-A2C4-1B00C9E2590E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51B24-F787-4C15-8A0F-7AEC20C70069}" type="datetime1">
              <a:rPr lang="zh-TW" altLang="en-US" smtClean="0"/>
              <a:pPr/>
              <a:t>2020/3/29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7E63D-91F2-4366-A2C4-1B00C9E2590E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A0D33C-CE2B-45F1-B8D4-FFD1F131F331}" type="datetime1">
              <a:rPr lang="zh-TW" altLang="en-US" smtClean="0"/>
              <a:pPr/>
              <a:t>2020/3/29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7E63D-91F2-4366-A2C4-1B00C9E2590E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197F35-AD6F-4594-8B50-334492D2E7E8}" type="datetime1">
              <a:rPr lang="zh-TW" altLang="en-US" smtClean="0"/>
              <a:pPr/>
              <a:t>2020/3/29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D7E63D-91F2-4366-A2C4-1B00C9E2590E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kfPzC0TmSJ0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kfPzC0TmSJ0" TargetMode="Externa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0" y="2130425"/>
            <a:ext cx="9144000" cy="1470025"/>
          </a:xfrm>
          <a:solidFill>
            <a:srgbClr val="00B0F0"/>
          </a:solidFill>
        </p:spPr>
        <p:txBody>
          <a:bodyPr>
            <a:normAutofit fontScale="90000"/>
          </a:bodyPr>
          <a:lstStyle/>
          <a:p>
            <a:r>
              <a:rPr lang="en-US" altLang="zh-TW" sz="4800" b="1" dirty="0">
                <a:solidFill>
                  <a:srgbClr val="FFFF00"/>
                </a:solidFill>
              </a:rPr>
              <a:t>22 TCP, UDP, and Protocol Port Number</a:t>
            </a:r>
            <a:endParaRPr lang="zh-TW" altLang="en-US" sz="4800" b="1" dirty="0">
              <a:solidFill>
                <a:srgbClr val="FFFF00"/>
              </a:solidFill>
            </a:endParaRP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259632" y="4581128"/>
            <a:ext cx="6400800" cy="694928"/>
          </a:xfrm>
        </p:spPr>
        <p:txBody>
          <a:bodyPr>
            <a:normAutofit/>
          </a:bodyPr>
          <a:lstStyle/>
          <a:p>
            <a:r>
              <a:rPr lang="en-US" altLang="zh-TW" dirty="0"/>
              <a:t>Peter H. Chen</a:t>
            </a:r>
            <a:endParaRPr lang="zh-TW" altLang="en-US" dirty="0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89EDC9-19E3-47AC-9C57-C6A24DEA81AD}" type="datetime1">
              <a:rPr lang="zh-TW" altLang="en-US" smtClean="0"/>
              <a:pPr/>
              <a:t>2020/3/29</a:t>
            </a:fld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7E63D-91F2-4366-A2C4-1B00C9E2590E}" type="slidenum">
              <a:rPr lang="zh-TW" altLang="en-US" smtClean="0"/>
              <a:pPr/>
              <a:t>1</a:t>
            </a:fld>
            <a:endParaRPr lang="zh-TW" alt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BA5EECA-2DDF-42D3-A3D9-57BB1333DE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2825" y="3654836"/>
            <a:ext cx="1098349" cy="950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764704"/>
          </a:xfr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>
            <a:normAutofit fontScale="90000"/>
          </a:bodyPr>
          <a:lstStyle/>
          <a:p>
            <a:pPr algn="l"/>
            <a:r>
              <a:rPr lang="en-US" altLang="zh-TW" b="1" dirty="0">
                <a:solidFill>
                  <a:srgbClr val="FFFF00"/>
                </a:solidFill>
              </a:rPr>
              <a:t>22 TCP, UDP, and Protocol Port Number</a:t>
            </a:r>
            <a:endParaRPr lang="zh-TW" altLang="en-US" b="1" dirty="0">
              <a:solidFill>
                <a:srgbClr val="FFFF00"/>
              </a:solidFill>
            </a:endParaRP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367862" y="1412777"/>
            <a:ext cx="8318938" cy="576063"/>
          </a:xfrm>
          <a:ln>
            <a:solidFill>
              <a:srgbClr val="C00000"/>
            </a:solidFill>
          </a:ln>
        </p:spPr>
        <p:txBody>
          <a:bodyPr>
            <a:noAutofit/>
          </a:bodyPr>
          <a:lstStyle/>
          <a:p>
            <a:pPr marL="342900" indent="-342900" algn="l">
              <a:buClr>
                <a:srgbClr val="0070C0"/>
              </a:buClr>
              <a:buSzPct val="80000"/>
              <a:buFont typeface="Wingdings" pitchFamily="2" charset="2"/>
              <a:buChar char="u"/>
            </a:pPr>
            <a:r>
              <a:rPr lang="en-US" sz="1800" b="1" dirty="0">
                <a:solidFill>
                  <a:schemeClr val="tx1"/>
                </a:solidFill>
              </a:rPr>
              <a:t>Network protocols in two categories, TCP (Connection oriented protocol) and UDP (Connectionless oriented protocol).</a:t>
            </a:r>
          </a:p>
        </p:txBody>
      </p:sp>
      <p:sp>
        <p:nvSpPr>
          <p:cNvPr id="4" name="標題 1"/>
          <p:cNvSpPr txBox="1">
            <a:spLocks/>
          </p:cNvSpPr>
          <p:nvPr/>
        </p:nvSpPr>
        <p:spPr>
          <a:xfrm>
            <a:off x="0" y="764704"/>
            <a:ext cx="9144000" cy="398616"/>
          </a:xfrm>
          <a:prstGeom prst="rect">
            <a:avLst/>
          </a:prstGeom>
          <a:gradFill flip="none" rotWithShape="1">
            <a:gsLst>
              <a:gs pos="0">
                <a:srgbClr val="00B0F0">
                  <a:shade val="30000"/>
                  <a:satMod val="115000"/>
                </a:srgbClr>
              </a:gs>
              <a:gs pos="50000">
                <a:srgbClr val="00B0F0">
                  <a:shade val="67500"/>
                  <a:satMod val="115000"/>
                </a:srgbClr>
              </a:gs>
              <a:gs pos="100000">
                <a:srgbClr val="00B0F0">
                  <a:shade val="100000"/>
                  <a:satMod val="115000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 vert="horz" lIns="91440" tIns="45720" rIns="91440" bIns="45720" rtlCol="0" anchor="ctr">
            <a:normAutofit/>
          </a:bodyPr>
          <a:lstStyle/>
          <a:p>
            <a:pPr marL="0" lvl="1"/>
            <a:r>
              <a:rPr lang="en-US" sz="1600" dirty="0">
                <a:hlinkClick r:id="rId2"/>
              </a:rPr>
              <a:t>https://www.youtube.com/watch?v=kfPzC0TmSJ0</a:t>
            </a:r>
            <a:endParaRPr lang="en-US" sz="1600" dirty="0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404246"/>
          </a:xfrm>
        </p:spPr>
        <p:txBody>
          <a:bodyPr/>
          <a:lstStyle/>
          <a:p>
            <a:fld id="{A4F910E6-8D00-4BAF-8C48-9688E0B449D3}" type="datetime1">
              <a:rPr lang="zh-TW" altLang="en-US" smtClean="0"/>
              <a:pPr/>
              <a:t>2020/3/29</a:t>
            </a:fld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404246"/>
          </a:xfrm>
        </p:spPr>
        <p:txBody>
          <a:bodyPr/>
          <a:lstStyle/>
          <a:p>
            <a:fld id="{E4D7E63D-91F2-4366-A2C4-1B00C9E2590E}" type="slidenum">
              <a:rPr lang="zh-TW" altLang="en-US" smtClean="0"/>
              <a:pPr/>
              <a:t>2</a:t>
            </a:fld>
            <a:endParaRPr lang="zh-TW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764704"/>
          </a:xfr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>
            <a:normAutofit fontScale="90000"/>
          </a:bodyPr>
          <a:lstStyle/>
          <a:p>
            <a:pPr algn="l"/>
            <a:r>
              <a:rPr lang="en-US" altLang="zh-TW" b="1">
                <a:solidFill>
                  <a:srgbClr val="FFFF00"/>
                </a:solidFill>
              </a:rPr>
              <a:t>22 TCP, UDP, and Protocol Port Number</a:t>
            </a:r>
            <a:endParaRPr lang="zh-TW" altLang="en-US" b="1" dirty="0">
              <a:solidFill>
                <a:srgbClr val="FFFF00"/>
              </a:solidFill>
            </a:endParaRP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367862" y="1412778"/>
            <a:ext cx="8318938" cy="398616"/>
          </a:xfrm>
          <a:ln>
            <a:solidFill>
              <a:srgbClr val="C00000"/>
            </a:solidFill>
          </a:ln>
        </p:spPr>
        <p:txBody>
          <a:bodyPr>
            <a:noAutofit/>
          </a:bodyPr>
          <a:lstStyle/>
          <a:p>
            <a:pPr marL="342900" indent="-342900" algn="l">
              <a:buClr>
                <a:srgbClr val="0070C0"/>
              </a:buClr>
              <a:buSzPct val="80000"/>
              <a:buFont typeface="Wingdings" pitchFamily="2" charset="2"/>
              <a:buChar char="u"/>
            </a:pPr>
            <a:r>
              <a:rPr lang="en-US" sz="1800" b="1" dirty="0">
                <a:solidFill>
                  <a:schemeClr val="tx1"/>
                </a:solidFill>
              </a:rPr>
              <a:t>18 Protocols:</a:t>
            </a:r>
          </a:p>
        </p:txBody>
      </p:sp>
      <p:sp>
        <p:nvSpPr>
          <p:cNvPr id="4" name="標題 1"/>
          <p:cNvSpPr txBox="1">
            <a:spLocks/>
          </p:cNvSpPr>
          <p:nvPr/>
        </p:nvSpPr>
        <p:spPr>
          <a:xfrm>
            <a:off x="0" y="764704"/>
            <a:ext cx="9144000" cy="398616"/>
          </a:xfrm>
          <a:prstGeom prst="rect">
            <a:avLst/>
          </a:prstGeom>
          <a:gradFill flip="none" rotWithShape="1">
            <a:gsLst>
              <a:gs pos="0">
                <a:srgbClr val="00B0F0">
                  <a:shade val="30000"/>
                  <a:satMod val="115000"/>
                </a:srgbClr>
              </a:gs>
              <a:gs pos="50000">
                <a:srgbClr val="00B0F0">
                  <a:shade val="67500"/>
                  <a:satMod val="115000"/>
                </a:srgbClr>
              </a:gs>
              <a:gs pos="100000">
                <a:srgbClr val="00B0F0">
                  <a:shade val="100000"/>
                  <a:satMod val="115000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 vert="horz" lIns="91440" tIns="45720" rIns="91440" bIns="45720" rtlCol="0" anchor="ctr">
            <a:normAutofit/>
          </a:bodyPr>
          <a:lstStyle/>
          <a:p>
            <a:pPr marL="0" lvl="1"/>
            <a:r>
              <a:rPr lang="en-US" sz="1600" dirty="0">
                <a:hlinkClick r:id="rId2"/>
              </a:rPr>
              <a:t>https://www.youtube.com/watch?v=kfPzC0TmSJ0</a:t>
            </a:r>
            <a:endParaRPr lang="en-US" sz="1600" dirty="0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404246"/>
          </a:xfrm>
        </p:spPr>
        <p:txBody>
          <a:bodyPr/>
          <a:lstStyle/>
          <a:p>
            <a:fld id="{A4F910E6-8D00-4BAF-8C48-9688E0B449D3}" type="datetime1">
              <a:rPr lang="zh-TW" altLang="en-US" smtClean="0"/>
              <a:pPr/>
              <a:t>2020/3/29</a:t>
            </a:fld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404246"/>
          </a:xfrm>
        </p:spPr>
        <p:txBody>
          <a:bodyPr/>
          <a:lstStyle/>
          <a:p>
            <a:fld id="{E4D7E63D-91F2-4366-A2C4-1B00C9E2590E}" type="slidenum">
              <a:rPr lang="zh-TW" altLang="en-US" smtClean="0"/>
              <a:pPr/>
              <a:t>3</a:t>
            </a:fld>
            <a:endParaRPr lang="zh-TW" altLang="en-US"/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AD21E3B4-7DF3-4D2B-B637-B01B041D8E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0537396"/>
              </p:ext>
            </p:extLst>
          </p:nvPr>
        </p:nvGraphicFramePr>
        <p:xfrm>
          <a:off x="346554" y="1935063"/>
          <a:ext cx="8361553" cy="428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92755">
                  <a:extLst>
                    <a:ext uri="{9D8B030D-6E8A-4147-A177-3AD203B41FA5}">
                      <a16:colId xmlns:a16="http://schemas.microsoft.com/office/drawing/2014/main" val="1082871278"/>
                    </a:ext>
                  </a:extLst>
                </a:gridCol>
                <a:gridCol w="2623693">
                  <a:extLst>
                    <a:ext uri="{9D8B030D-6E8A-4147-A177-3AD203B41FA5}">
                      <a16:colId xmlns:a16="http://schemas.microsoft.com/office/drawing/2014/main" val="3600625214"/>
                    </a:ext>
                  </a:extLst>
                </a:gridCol>
                <a:gridCol w="2745105">
                  <a:extLst>
                    <a:ext uri="{9D8B030D-6E8A-4147-A177-3AD203B41FA5}">
                      <a16:colId xmlns:a16="http://schemas.microsoft.com/office/drawing/2014/main" val="16961348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TCP (Port Number) </a:t>
                      </a:r>
                    </a:p>
                    <a:p>
                      <a:r>
                        <a:rPr lang="en-US" sz="1600" dirty="0"/>
                        <a:t>=&gt; Secure Port 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Both (port number)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UDP (port number)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59243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FTP (20, 21)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LDAP (389)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SNMP (161, 162)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6426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TFTP: Trivial FTP (69)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RDP: Remote Desktop (3389)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NTP (123)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5447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SFTP: Secure FTP (22)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SIP: Session Initial (5060,5061)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86613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SSH (22)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RSIP (554)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7930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Telnet (23)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DHCP (67, 68)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103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HTTP (80) +&gt; 443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05073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Mail Protocol: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84996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SMTP: Simple Mail TP (25) =&gt; 465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25320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IMAP4 (143) =&gt; 993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97611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POP3: Post Office (110) =&gt; 995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97982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56547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0" y="2130425"/>
            <a:ext cx="9144000" cy="1470025"/>
          </a:xfrm>
          <a:gradFill flip="none" rotWithShape="1">
            <a:gsLst>
              <a:gs pos="0">
                <a:srgbClr val="00B0F0">
                  <a:shade val="30000"/>
                  <a:satMod val="115000"/>
                </a:srgbClr>
              </a:gs>
              <a:gs pos="50000">
                <a:srgbClr val="00B0F0">
                  <a:shade val="67500"/>
                  <a:satMod val="115000"/>
                </a:srgbClr>
              </a:gs>
              <a:gs pos="100000">
                <a:srgbClr val="00B0F0">
                  <a:shade val="100000"/>
                  <a:satMod val="115000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>
            <a:normAutofit/>
          </a:bodyPr>
          <a:lstStyle/>
          <a:p>
            <a:r>
              <a:rPr lang="en-US" altLang="zh-TW" sz="6000" b="1" dirty="0">
                <a:solidFill>
                  <a:srgbClr val="FFFF00"/>
                </a:solidFill>
              </a:rPr>
              <a:t>End of Chapter</a:t>
            </a:r>
            <a:endParaRPr lang="zh-TW" altLang="en-US" sz="6000" b="1" dirty="0">
              <a:solidFill>
                <a:srgbClr val="FFFF00"/>
              </a:solidFill>
            </a:endParaRP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6BE27-E923-4EC2-B046-3272AE2A3E5C}" type="datetime1">
              <a:rPr lang="zh-TW" altLang="en-US" smtClean="0"/>
              <a:pPr/>
              <a:t>2020/3/29</a:t>
            </a:fld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7E63D-91F2-4366-A2C4-1B00C9E2590E}" type="slidenum">
              <a:rPr lang="zh-TW" altLang="en-US" smtClean="0"/>
              <a:pPr/>
              <a:t>4</a:t>
            </a:fld>
            <a:endParaRPr lang="zh-TW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682</TotalTime>
  <Words>209</Words>
  <Application>Microsoft Office PowerPoint</Application>
  <PresentationFormat>On-screen Show (4:3)</PresentationFormat>
  <Paragraphs>38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Wingdings</vt:lpstr>
      <vt:lpstr>Office 佈景主題</vt:lpstr>
      <vt:lpstr>22 TCP, UDP, and Protocol Port Number</vt:lpstr>
      <vt:lpstr>22 TCP, UDP, and Protocol Port Number</vt:lpstr>
      <vt:lpstr>22 TCP, UDP, and Protocol Port Number</vt:lpstr>
      <vt:lpstr>End of Chapter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Node JS</dc:title>
  <dc:creator>USER</dc:creator>
  <cp:lastModifiedBy>14088587657</cp:lastModifiedBy>
  <cp:revision>308</cp:revision>
  <dcterms:created xsi:type="dcterms:W3CDTF">2018-09-28T16:40:41Z</dcterms:created>
  <dcterms:modified xsi:type="dcterms:W3CDTF">2020-03-29T18:36:44Z</dcterms:modified>
</cp:coreProperties>
</file>