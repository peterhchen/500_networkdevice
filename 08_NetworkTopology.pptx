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59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topologies.ht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8 Network Topology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50405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way in which devices are interconnected to form a network is called network topology. Some of the factors that affect choice of topology for a network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Cost</a:t>
            </a:r>
            <a:r>
              <a:rPr lang="en-US" sz="1800" dirty="0">
                <a:solidFill>
                  <a:schemeClr val="tx1"/>
                </a:solidFill>
              </a:rPr>
              <a:t> − Installation cost is a very important factor in overall cost of setting up an infrastructure. So cable lengths, distance between nodes, location of servers, etc. have to be considered when designing a network.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Flexibility</a:t>
            </a:r>
            <a:r>
              <a:rPr lang="en-US" sz="1800" dirty="0">
                <a:solidFill>
                  <a:schemeClr val="tx1"/>
                </a:solidFill>
              </a:rPr>
              <a:t> − Topology of a network should be flexible enough to allow reconfiguration of office set up, addition of new nodes and relocation of existing nodes.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Reliability</a:t>
            </a:r>
            <a:r>
              <a:rPr lang="en-US" sz="1800" dirty="0">
                <a:solidFill>
                  <a:schemeClr val="tx1"/>
                </a:solidFill>
              </a:rPr>
              <a:t> − Network should be designed in such a way that it has minimum down time. Failure of one node or a segment of cabling should not render the whole network useless.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Scalability</a:t>
            </a:r>
            <a:r>
              <a:rPr lang="en-US" sz="1800" dirty="0">
                <a:solidFill>
                  <a:schemeClr val="tx1"/>
                </a:solidFill>
              </a:rPr>
              <a:t> − Network topology should be scalable, i.e. it can accommodate load of new devices and nodes without perceptible drop in performance.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Ease of installation</a:t>
            </a:r>
            <a:r>
              <a:rPr lang="en-US" sz="1800" dirty="0">
                <a:solidFill>
                  <a:schemeClr val="tx1"/>
                </a:solidFill>
              </a:rPr>
              <a:t> − Network should be easy to install in terms of hardware, software and technical personnel requirements.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Ease of maintenance</a:t>
            </a:r>
            <a:r>
              <a:rPr lang="en-US" sz="1800" dirty="0">
                <a:solidFill>
                  <a:schemeClr val="tx1"/>
                </a:solidFill>
              </a:rPr>
              <a:t> − Troubleshooting and maintenance of network should be easy.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51216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Bus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Data network with bus topology has a </a:t>
            </a:r>
            <a:r>
              <a:rPr lang="en-US" sz="1800" b="1" dirty="0">
                <a:solidFill>
                  <a:schemeClr val="tx1"/>
                </a:solidFill>
              </a:rPr>
              <a:t>linear transmission cable</a:t>
            </a:r>
            <a:r>
              <a:rPr lang="en-US" sz="1800" dirty="0">
                <a:solidFill>
                  <a:schemeClr val="tx1"/>
                </a:solidFill>
              </a:rPr>
              <a:t>, usually </a:t>
            </a:r>
            <a:r>
              <a:rPr lang="en-US" sz="1800" b="1" dirty="0">
                <a:solidFill>
                  <a:schemeClr val="tx1"/>
                </a:solidFill>
              </a:rPr>
              <a:t>coaxial</a:t>
            </a:r>
            <a:r>
              <a:rPr lang="en-US" sz="1800" dirty="0">
                <a:solidFill>
                  <a:schemeClr val="tx1"/>
                </a:solidFill>
              </a:rPr>
              <a:t>, to which many </a:t>
            </a:r>
            <a:r>
              <a:rPr lang="en-US" sz="1800" b="1" dirty="0">
                <a:solidFill>
                  <a:schemeClr val="tx1"/>
                </a:solidFill>
              </a:rPr>
              <a:t>network devices</a:t>
            </a:r>
            <a:r>
              <a:rPr lang="en-US" sz="1800" dirty="0">
                <a:solidFill>
                  <a:schemeClr val="tx1"/>
                </a:solidFill>
              </a:rPr>
              <a:t> and </a:t>
            </a:r>
            <a:r>
              <a:rPr lang="en-US" sz="1800" b="1" dirty="0">
                <a:solidFill>
                  <a:schemeClr val="tx1"/>
                </a:solidFill>
              </a:rPr>
              <a:t>workstations</a:t>
            </a:r>
            <a:r>
              <a:rPr lang="en-US" sz="1800" dirty="0">
                <a:solidFill>
                  <a:schemeClr val="tx1"/>
                </a:solidFill>
              </a:rPr>
              <a:t> are attached along the length. 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Server</a:t>
            </a:r>
            <a:r>
              <a:rPr lang="en-US" sz="1800" dirty="0">
                <a:solidFill>
                  <a:schemeClr val="tx1"/>
                </a:solidFill>
              </a:rPr>
              <a:t> is at one end of the bus. When a workstation has to send data, it transmits </a:t>
            </a:r>
            <a:r>
              <a:rPr lang="en-US" sz="1800" b="1" dirty="0">
                <a:solidFill>
                  <a:schemeClr val="tx1"/>
                </a:solidFill>
              </a:rPr>
              <a:t>packets</a:t>
            </a:r>
            <a:r>
              <a:rPr lang="en-US" sz="1800" dirty="0">
                <a:solidFill>
                  <a:schemeClr val="tx1"/>
                </a:solidFill>
              </a:rPr>
              <a:t> with </a:t>
            </a:r>
            <a:r>
              <a:rPr lang="en-US" sz="1800" b="1" dirty="0">
                <a:solidFill>
                  <a:schemeClr val="tx1"/>
                </a:solidFill>
              </a:rPr>
              <a:t>destination address</a:t>
            </a:r>
            <a:r>
              <a:rPr lang="en-US" sz="1800" dirty="0">
                <a:solidFill>
                  <a:schemeClr val="tx1"/>
                </a:solidFill>
              </a:rPr>
              <a:t> in its header along the bus.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Bus Topology">
            <a:extLst>
              <a:ext uri="{FF2B5EF4-FFF2-40B4-BE49-F238E27FC236}">
                <a16:creationId xmlns:a16="http://schemas.microsoft.com/office/drawing/2014/main" id="{D68CD52F-CD58-4836-80F1-4C51D845D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9713" y="3101852"/>
            <a:ext cx="4887087" cy="2842656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副標題 2">
            <a:extLst>
              <a:ext uri="{FF2B5EF4-FFF2-40B4-BE49-F238E27FC236}">
                <a16:creationId xmlns:a16="http://schemas.microsoft.com/office/drawing/2014/main" id="{DEE3977D-6B4E-4C21-B255-F0608C949D74}"/>
              </a:ext>
            </a:extLst>
          </p:cNvPr>
          <p:cNvSpPr txBox="1">
            <a:spLocks/>
          </p:cNvSpPr>
          <p:nvPr/>
        </p:nvSpPr>
        <p:spPr>
          <a:xfrm>
            <a:off x="376890" y="3128479"/>
            <a:ext cx="3259005" cy="151216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data travels in both the directions along the bus.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the destination terminal sees the data, it copies it to the local disk.</a:t>
            </a:r>
          </a:p>
        </p:txBody>
      </p:sp>
    </p:spTree>
    <p:extLst>
      <p:ext uri="{BB962C8B-B14F-4D97-AF65-F5344CB8AC3E}">
        <p14:creationId xmlns:p14="http://schemas.microsoft.com/office/powerpoint/2010/main" val="3640226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38437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Bus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advantages of using bus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Easy to install and maintain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Can be extended easily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Very reliable because of single transmission line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Bus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disadvantages of using bus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Troubleshooting is difficult as there is no single point of control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One faulty node can bring the whole network down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Dumb terminals cannot be connected to the bus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938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961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Ring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 </a:t>
            </a:r>
            <a:r>
              <a:rPr lang="en-US" sz="1800" b="1" dirty="0">
                <a:solidFill>
                  <a:schemeClr val="tx1"/>
                </a:solidFill>
              </a:rPr>
              <a:t>ring topology</a:t>
            </a:r>
            <a:r>
              <a:rPr lang="en-US" sz="1800" dirty="0">
                <a:solidFill>
                  <a:schemeClr val="tx1"/>
                </a:solidFill>
              </a:rPr>
              <a:t> each terminal is connected to exactly </a:t>
            </a:r>
            <a:r>
              <a:rPr lang="en-US" sz="1800" b="1" dirty="0">
                <a:solidFill>
                  <a:schemeClr val="tx1"/>
                </a:solidFill>
              </a:rPr>
              <a:t>two nodes</a:t>
            </a:r>
            <a:r>
              <a:rPr lang="en-US" sz="1800" dirty="0">
                <a:solidFill>
                  <a:schemeClr val="tx1"/>
                </a:solidFill>
              </a:rPr>
              <a:t>, giving the network a circular shape.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Data travels in only one pre-determined direction.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2050" name="Picture 2" descr="Ring Topology">
            <a:extLst>
              <a:ext uri="{FF2B5EF4-FFF2-40B4-BE49-F238E27FC236}">
                <a16:creationId xmlns:a16="http://schemas.microsoft.com/office/drawing/2014/main" id="{A178CBB5-2751-4C08-988B-2124F286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7209" y="2856597"/>
            <a:ext cx="4139514" cy="3362299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85DA87C7-4AA7-4904-B686-6B8B5A9171CB}"/>
              </a:ext>
            </a:extLst>
          </p:cNvPr>
          <p:cNvSpPr txBox="1">
            <a:spLocks/>
          </p:cNvSpPr>
          <p:nvPr/>
        </p:nvSpPr>
        <p:spPr>
          <a:xfrm>
            <a:off x="367862" y="2852936"/>
            <a:ext cx="4139514" cy="298185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 a terminal has to send data, it transmits it to the neighboring node which transmits it to the next one.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Before further transmission data may be amplified.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 this way, data traverses the network and reaches the destination node, which removes it from the network.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If the data reaches the sender, it removes the data and resends it later.</a:t>
            </a:r>
          </a:p>
        </p:txBody>
      </p:sp>
    </p:spTree>
    <p:extLst>
      <p:ext uri="{BB962C8B-B14F-4D97-AF65-F5344CB8AC3E}">
        <p14:creationId xmlns:p14="http://schemas.microsoft.com/office/powerpoint/2010/main" val="84904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88843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Ring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advantages of using ring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Small cable segments are needed to connect two nodes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Ideal for optical fibers as data travels in only one direction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Very high transmission speeds possible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Ring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the disadvantages of using ring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Failure of single node brings down the whole network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Troubleshooting is difficult as many nodes may have to be inspected before faulty one is identified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Difficult to remove one or more nodes while keeping the rest of the network intact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6960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136157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Star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 star topology, server is connected to each node individually.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Server is also called the central node.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Any exchange of data between two nodes must take place through the server.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pic>
        <p:nvPicPr>
          <p:cNvPr id="4098" name="Picture 2" descr="Star Topology">
            <a:extLst>
              <a:ext uri="{FF2B5EF4-FFF2-40B4-BE49-F238E27FC236}">
                <a16:creationId xmlns:a16="http://schemas.microsoft.com/office/drawing/2014/main" id="{87AF076A-84AB-4A7C-B066-D07D3E399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045803"/>
            <a:ext cx="3754760" cy="318338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AE58CB08-E6CE-4357-B1D5-7293573FA0BE}"/>
              </a:ext>
            </a:extLst>
          </p:cNvPr>
          <p:cNvSpPr txBox="1">
            <a:spLocks/>
          </p:cNvSpPr>
          <p:nvPr/>
        </p:nvSpPr>
        <p:spPr>
          <a:xfrm>
            <a:off x="412531" y="3023811"/>
            <a:ext cx="4159469" cy="1557318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is the most popular topology for information and voice networks as central node can process data received from source node before sending it to the destination node.</a:t>
            </a:r>
          </a:p>
        </p:txBody>
      </p:sp>
    </p:spTree>
    <p:extLst>
      <p:ext uri="{BB962C8B-B14F-4D97-AF65-F5344CB8AC3E}">
        <p14:creationId xmlns:p14="http://schemas.microsoft.com/office/powerpoint/2010/main" val="230707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381642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Star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advantages of using star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Failure of one node does not affect the network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Troubleshooting is easy as faulty node can be detected from central node immediately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Simple access protocols required as one of the communicating nodes is always the central node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Star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the disadvantages of using star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Long cables may be required to connect each node to the server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Failure of central node brings down the whole network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8899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165618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Tree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Tree topology has a group of star networks connected to a linear bus backbone cable.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incorporates features of both star and bus topologies.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Tree topology is also called hierarchical topology.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pic>
        <p:nvPicPr>
          <p:cNvPr id="6146" name="Picture 2" descr="Tree Topology">
            <a:extLst>
              <a:ext uri="{FF2B5EF4-FFF2-40B4-BE49-F238E27FC236}">
                <a16:creationId xmlns:a16="http://schemas.microsoft.com/office/drawing/2014/main" id="{4630DB18-C3EF-4261-B2FD-D18C7169F1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13882"/>
            <a:ext cx="4431642" cy="3294243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37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8 Network Topology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8"/>
            <a:ext cx="8318938" cy="396043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Advantages of Tree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advantages of using tree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Existing network can be easily expanded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Point-to-point wiring for individual segments means easier installation and maintenance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Well suited for temporary networks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Disadvantages of Tree Topology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These are some of the disadvantages of using tree topology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Technical expertise required to configure and wire tree topology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Failure of backbone cable brings down entire network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Insecure network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Maintenance difficult for large networks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https://www.tutorialspoint.com/communication_technologies/communication_technologies_network_topologies.htm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2020/3/27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981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2020/3/27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1047</Words>
  <Application>Microsoft Office PowerPoint</Application>
  <PresentationFormat>On-screen Show (4:3)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佈景主題</vt:lpstr>
      <vt:lpstr>8 Network Topology</vt:lpstr>
      <vt:lpstr>8 Network Topology</vt:lpstr>
      <vt:lpstr>8 Network Topology</vt:lpstr>
      <vt:lpstr>8 Network Topology</vt:lpstr>
      <vt:lpstr>8 Network Topology</vt:lpstr>
      <vt:lpstr>8 Network Topology</vt:lpstr>
      <vt:lpstr>8 Network Topology</vt:lpstr>
      <vt:lpstr>8 Network Topology</vt:lpstr>
      <vt:lpstr>8 Network Topology</vt:lpstr>
      <vt:lpstr>8 Network Topology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355</cp:revision>
  <dcterms:created xsi:type="dcterms:W3CDTF">2018-09-28T16:40:41Z</dcterms:created>
  <dcterms:modified xsi:type="dcterms:W3CDTF">2020-03-28T03:44:35Z</dcterms:modified>
</cp:coreProperties>
</file>