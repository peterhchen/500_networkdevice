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6" r:id="rId4"/>
    <p:sldId id="267" r:id="rId5"/>
    <p:sldId id="268" r:id="rId6"/>
    <p:sldId id="259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hacking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hacking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hacking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hacking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19 Hacking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19 Hacking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22413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Unauthorized access to data in a device, system or network is called </a:t>
            </a:r>
            <a:r>
              <a:rPr lang="en-US" sz="1800" b="1" dirty="0">
                <a:solidFill>
                  <a:schemeClr val="tx1"/>
                </a:solidFill>
              </a:rPr>
              <a:t>hacking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person hacking another person’s system is called </a:t>
            </a:r>
            <a:r>
              <a:rPr lang="en-US" sz="1800" b="1" dirty="0">
                <a:solidFill>
                  <a:schemeClr val="tx1"/>
                </a:solidFill>
              </a:rPr>
              <a:t>hacker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hacker is a highly accomplished computer expert who can exploit the smallest of vulnerabilities in your system or network to hack it.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https://www.tutorialspoint.com/communication_technologies/communication_technologies_hacking.htm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  <p:pic>
        <p:nvPicPr>
          <p:cNvPr id="7" name="Picture 2" descr="Hacking">
            <a:extLst>
              <a:ext uri="{FF2B5EF4-FFF2-40B4-BE49-F238E27FC236}">
                <a16:creationId xmlns:a16="http://schemas.microsoft.com/office/drawing/2014/main" id="{727B4E26-A906-49B1-B285-12B92BDBD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118" y="2886369"/>
            <a:ext cx="3865612" cy="266083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副標題 2">
            <a:extLst>
              <a:ext uri="{FF2B5EF4-FFF2-40B4-BE49-F238E27FC236}">
                <a16:creationId xmlns:a16="http://schemas.microsoft.com/office/drawing/2014/main" id="{383108C0-AAC6-4381-AC9A-EE2999CBA159}"/>
              </a:ext>
            </a:extLst>
          </p:cNvPr>
          <p:cNvSpPr txBox="1">
            <a:spLocks/>
          </p:cNvSpPr>
          <p:nvPr/>
        </p:nvSpPr>
        <p:spPr>
          <a:xfrm>
            <a:off x="457200" y="2846815"/>
            <a:ext cx="4114800" cy="281443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hacker may hack due to any of the following reasons: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Steal sensitive data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Take control of a website or network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Test potential security threats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Just for fun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Broadcast personal views to a large audience</a:t>
            </a:r>
          </a:p>
        </p:txBody>
      </p:sp>
    </p:spTree>
    <p:extLst>
      <p:ext uri="{BB962C8B-B14F-4D97-AF65-F5344CB8AC3E}">
        <p14:creationId xmlns:p14="http://schemas.microsoft.com/office/powerpoint/2010/main" val="24415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19 Hacking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59228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Types of Hacking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Depending on the application or system being broken into, these are some categories of hacking common in the cyber world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Website hacking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Network hacking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Email hacking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Password hacking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Online banking hacking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https://www.tutorialspoint.com/communication_technologies/communication_technologies_hacking.htm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3196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19 Hacking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45638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Ethical Hacking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As iron sharpens iron, hacking counters hacking.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Using hacking techniques to identify potential threats to a system or network is called </a:t>
            </a:r>
            <a:r>
              <a:rPr lang="en-US" sz="1800" b="1" dirty="0">
                <a:solidFill>
                  <a:schemeClr val="tx1"/>
                </a:solidFill>
              </a:rPr>
              <a:t>ethical hacking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For a hacking activity to be termed ethical, it must adhere to these criteria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Hacker must have written permission to identify potential security threats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Individual’s or company’s privacy must be maintained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Possible security breaches discovered must be intimated to the concerned authorities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At a later date, no one should be able to exploit ethical hacker’s inroads into the network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https://www.tutorialspoint.com/communication_technologies/communication_technologies_hacking.htm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778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19 Hacking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16023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Cracking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term that goes hand in glove with hacking is </a:t>
            </a:r>
            <a:r>
              <a:rPr lang="en-US" sz="1800" b="1" dirty="0">
                <a:solidFill>
                  <a:schemeClr val="tx1"/>
                </a:solidFill>
              </a:rPr>
              <a:t>cracking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Gaining unauthorized access to a system </a:t>
            </a:r>
            <a:r>
              <a:rPr lang="en-US" sz="1800" dirty="0">
                <a:solidFill>
                  <a:schemeClr val="tx1"/>
                </a:solidFill>
              </a:rPr>
              <a:t>or </a:t>
            </a:r>
            <a:r>
              <a:rPr lang="en-US" sz="1800" b="1" dirty="0">
                <a:solidFill>
                  <a:schemeClr val="tx1"/>
                </a:solidFill>
              </a:rPr>
              <a:t>network with malicious intent </a:t>
            </a:r>
            <a:r>
              <a:rPr lang="en-US" sz="1800" dirty="0">
                <a:solidFill>
                  <a:schemeClr val="tx1"/>
                </a:solidFill>
              </a:rPr>
              <a:t>is called </a:t>
            </a:r>
            <a:r>
              <a:rPr lang="en-US" sz="1800" b="1" dirty="0">
                <a:solidFill>
                  <a:schemeClr val="tx1"/>
                </a:solidFill>
              </a:rPr>
              <a:t>cracking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Cracking is a crime and it may have devastating impact on its victims.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Crackers are criminals and strong cyber laws have been put into place to tackle them.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https://www.tutorialspoint.com/communication_technologies/communication_technologies_hacking.htm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813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374</Words>
  <Application>Microsoft Office PowerPoint</Application>
  <PresentationFormat>On-screen Show (4:3)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佈景主題</vt:lpstr>
      <vt:lpstr>19 Hacking</vt:lpstr>
      <vt:lpstr>19 Hacking</vt:lpstr>
      <vt:lpstr>19 Hacking</vt:lpstr>
      <vt:lpstr>19 Hacking</vt:lpstr>
      <vt:lpstr>19 Hacking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465</cp:revision>
  <dcterms:created xsi:type="dcterms:W3CDTF">2018-09-28T16:40:41Z</dcterms:created>
  <dcterms:modified xsi:type="dcterms:W3CDTF">2020-03-28T23:54:20Z</dcterms:modified>
</cp:coreProperties>
</file>