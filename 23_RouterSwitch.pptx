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iffen.com/difference/Router_vs_Switch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23 Router vs Switch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5EECA-2DDF-42D3-A3D9-57BB1333D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654836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23 Router vs Switch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0081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Router: Source and destination for different networks (from outside world, e.g.,  Wide Area Network, to the inside world, e.g., local area network.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Below are major differences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marL="0" lvl="1"/>
            <a:r>
              <a:rPr lang="en-US" sz="1600" dirty="0">
                <a:hlinkClick r:id="rId2"/>
              </a:rPr>
              <a:t>https://www.diffen.com/difference/Router_vs_Switch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4BAB2BC-256C-4324-B65F-E4AE6A21A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872651"/>
              </p:ext>
            </p:extLst>
          </p:nvPr>
        </p:nvGraphicFramePr>
        <p:xfrm>
          <a:off x="346902" y="2604502"/>
          <a:ext cx="833989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794">
                  <a:extLst>
                    <a:ext uri="{9D8B030D-6E8A-4147-A177-3AD203B41FA5}">
                      <a16:colId xmlns:a16="http://schemas.microsoft.com/office/drawing/2014/main" val="341025825"/>
                    </a:ext>
                  </a:extLst>
                </a:gridCol>
                <a:gridCol w="2671336">
                  <a:extLst>
                    <a:ext uri="{9D8B030D-6E8A-4147-A177-3AD203B41FA5}">
                      <a16:colId xmlns:a16="http://schemas.microsoft.com/office/drawing/2014/main" val="3336248112"/>
                    </a:ext>
                  </a:extLst>
                </a:gridCol>
                <a:gridCol w="4179768">
                  <a:extLst>
                    <a:ext uri="{9D8B030D-6E8A-4147-A177-3AD203B41FA5}">
                      <a16:colId xmlns:a16="http://schemas.microsoft.com/office/drawing/2014/main" val="1700773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36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16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Different networks, Modem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Transmission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Frame (L2 Switch) and Packet (L3 Switch)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727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2/4/5/8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24/48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90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Manufacture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Cisco, </a:t>
                      </a:r>
                      <a:r>
                        <a:rPr lang="en-US" dirty="0" err="1"/>
                        <a:t>netgear</a:t>
                      </a:r>
                      <a:r>
                        <a:rPr lang="en-US" dirty="0"/>
                        <a:t>, Linksys, Asus, TP-Link, D-Link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Cisco, D-Link, and Juniper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1184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2020/3/29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123</Words>
  <Application>Microsoft Office PowerPoint</Application>
  <PresentationFormat>On-screen Show (4:3)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佈景主題</vt:lpstr>
      <vt:lpstr>23 Router vs Switch</vt:lpstr>
      <vt:lpstr>23 Router vs Switch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315</cp:revision>
  <dcterms:created xsi:type="dcterms:W3CDTF">2018-09-28T16:40:41Z</dcterms:created>
  <dcterms:modified xsi:type="dcterms:W3CDTF">2020-03-29T18:57:42Z</dcterms:modified>
</cp:coreProperties>
</file>