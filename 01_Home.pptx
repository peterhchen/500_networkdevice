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3" r:id="rId3"/>
    <p:sldId id="259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2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index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1 Home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A5EECA-2DDF-42D3-A3D9-57BB1333D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654836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 Home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9861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Communication Technologies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https://www.tutorialspoint.com/communication_technologies/index.htm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34</Words>
  <Application>Microsoft Office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佈景主題</vt:lpstr>
      <vt:lpstr>1 Home</vt:lpstr>
      <vt:lpstr>1 Home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305</cp:revision>
  <dcterms:created xsi:type="dcterms:W3CDTF">2018-09-28T16:40:41Z</dcterms:created>
  <dcterms:modified xsi:type="dcterms:W3CDTF">2020-03-27T22:44:38Z</dcterms:modified>
</cp:coreProperties>
</file>